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[샘플] 새 찬양 제목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1절 첫 번째 가사 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 번째 가사 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 번째 가사 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후렴 후렴 가사 줄 하나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후렴 가사 줄 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