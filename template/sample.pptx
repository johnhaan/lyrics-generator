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56"/>
    <p:sldId id="257" r:id="rId57"/>
    <p:sldId id="258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13" autoAdjust="0"/>
    <p:restoredTop sz="94660"/>
  </p:normalViewPr>
  <p:slideViewPr>
    <p:cSldViewPr snapToGrid="0">
      <p:cViewPr>
        <p:scale>
          <a:sx n="80" d="100"/>
          <a:sy n="80" d="100"/>
        </p:scale>
        <p:origin x="2176" y="1208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55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56" Type="http://schemas.openxmlformats.org/officeDocument/2006/relationships/slide" Target="slides/slide1.xml"/><Relationship Id="rId57" Type="http://schemas.openxmlformats.org/officeDocument/2006/relationships/slide" Target="slides/slide2.xml"/><Relationship Id="rId58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96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[샘플] 새 찬양 제목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1절 첫 번째 가사 줄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두 번째 가사 줄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세 번째 가사 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후렴 후렴 가사 줄 하나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후렴 가사 줄 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PresentationFormat>와이드스크린</PresentationFormat>
  <Slides>0</Slides>
  <Notes>0</Notes>
  <HiddenSlides>0</HiddenSlide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</cp:coreProperties>
</file>