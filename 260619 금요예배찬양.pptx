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5" r:id="rId1"/>
  </p:sldMasterIdLst>
  <p:sldIdLst>
    <p:sldId id="973" r:id="rId2"/>
    <p:sldId id="974" r:id="rId3"/>
    <p:sldId id="977" r:id="rId4"/>
    <p:sldId id="975" r:id="rId5"/>
    <p:sldId id="976" r:id="rId6"/>
    <p:sldId id="1016" r:id="rId7"/>
    <p:sldId id="1017" r:id="rId8"/>
    <p:sldId id="1018" r:id="rId9"/>
    <p:sldId id="1019" r:id="rId10"/>
    <p:sldId id="1020" r:id="rId11"/>
    <p:sldId id="978" r:id="rId12"/>
    <p:sldId id="979" r:id="rId13"/>
    <p:sldId id="980" r:id="rId14"/>
    <p:sldId id="981" r:id="rId15"/>
    <p:sldId id="982" r:id="rId16"/>
    <p:sldId id="983" r:id="rId17"/>
    <p:sldId id="984" r:id="rId18"/>
    <p:sldId id="985" r:id="rId19"/>
    <p:sldId id="986" r:id="rId20"/>
    <p:sldId id="987" r:id="rId21"/>
    <p:sldId id="988" r:id="rId22"/>
    <p:sldId id="989" r:id="rId23"/>
    <p:sldId id="990" r:id="rId24"/>
    <p:sldId id="993" r:id="rId25"/>
    <p:sldId id="994" r:id="rId26"/>
    <p:sldId id="995" r:id="rId27"/>
    <p:sldId id="1021" r:id="rId28"/>
    <p:sldId id="996" r:id="rId29"/>
    <p:sldId id="997" r:id="rId30"/>
    <p:sldId id="998" r:id="rId31"/>
    <p:sldId id="991" r:id="rId32"/>
    <p:sldId id="1001" r:id="rId33"/>
    <p:sldId id="999" r:id="rId34"/>
    <p:sldId id="1000" r:id="rId35"/>
    <p:sldId id="1002" r:id="rId36"/>
    <p:sldId id="1003" r:id="rId37"/>
    <p:sldId id="1004" r:id="rId38"/>
    <p:sldId id="1005" r:id="rId39"/>
    <p:sldId id="1006" r:id="rId40"/>
    <p:sldId id="1007" r:id="rId41"/>
    <p:sldId id="1008" r:id="rId42"/>
    <p:sldId id="1009" r:id="rId43"/>
    <p:sldId id="992" r:id="rId44"/>
    <p:sldId id="1010" r:id="rId45"/>
    <p:sldId id="1011" r:id="rId46"/>
    <p:sldId id="1012" r:id="rId47"/>
    <p:sldId id="1013" r:id="rId48"/>
    <p:sldId id="1014" r:id="rId49"/>
    <p:sldId id="1015" r:id="rId50"/>
    <p:sldId id="882" r:id="rId5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13" autoAdjust="0"/>
    <p:restoredTop sz="94660"/>
  </p:normalViewPr>
  <p:slideViewPr>
    <p:cSldViewPr snapToGrid="0">
      <p:cViewPr>
        <p:scale>
          <a:sx n="80" d="100"/>
          <a:sy n="80" d="100"/>
        </p:scale>
        <p:origin x="2176" y="1208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1_Office 테마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C0216-C97F-CA41-4A44-B064C34E2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DE0B783-7754-E43D-AC02-BC5A65248D5A}"/>
              </a:ext>
            </a:extLst>
          </p:cNvPr>
          <p:cNvSpPr txBox="1"/>
          <p:nvPr/>
        </p:nvSpPr>
        <p:spPr>
          <a:xfrm>
            <a:off x="145774" y="1210272"/>
            <a:ext cx="12192000" cy="4437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6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1</a:t>
            </a:r>
            <a:r>
              <a:rPr kumimoji="0" lang="en-US" altLang="ko-KR" sz="96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. </a:t>
            </a:r>
            <a:r>
              <a:rPr kumimoji="0" lang="ko-KR" altLang="en-US" sz="96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함께 지어져 가네</a:t>
            </a:r>
            <a:endParaRPr kumimoji="0" lang="en-US" altLang="ko-KR" sz="9600" b="1" i="0" u="none" strike="noStrike" kern="1200" cap="none" spc="0" normalizeH="0" baseline="0" noProof="0" dirty="0">
              <a:ln w="9525">
                <a:solidFill>
                  <a:prstClr val="black"/>
                </a:solidFill>
              </a:ln>
              <a:solidFill>
                <a:srgbClr val="FFFF00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1848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F132B-9719-37B5-9E6D-61E6509FF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828775-9509-54F5-2F7A-43FB612900C6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A1 </a:t>
            </a: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우리는 하나님의 자녀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 사랑 안에 우리 거할 때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주님 나를 사랑하신 것 같이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우리도 서로 사랑 할 수 있네</a:t>
            </a:r>
            <a:endParaRPr lang="en-US" altLang="ko-KR" sz="4800" b="1" spc="-300" dirty="0">
              <a:ln w="9525">
                <a:solidFill>
                  <a:prstClr val="black"/>
                </a:solidFill>
              </a:ln>
              <a:solidFill>
                <a:srgbClr val="FFFF00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3259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6ECC5-2B94-A201-3B45-37E23F3F0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CDA897-3707-9B36-85E8-01F1263F8E4D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A2 </a:t>
            </a: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우리는 </a:t>
            </a:r>
            <a:r>
              <a:rPr kumimoji="0" lang="ko-Kore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주의 몸된 교회</a:t>
            </a:r>
            <a:endParaRPr kumimoji="0" lang="en-US" altLang="ko-Kore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ore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모든 지체가 하나 될 때</a:t>
            </a:r>
            <a:endParaRPr lang="en-US" altLang="ko-Kore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ore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예수님의 마음을 닮아가며</a:t>
            </a:r>
            <a:endParaRPr lang="en-US" altLang="ko-Kore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ore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고통과 즐거움 함께 나누네</a:t>
            </a:r>
            <a:endParaRPr lang="en-US" altLang="ko-KR" sz="4800" b="1" spc="-300" dirty="0">
              <a:ln w="9525">
                <a:solidFill>
                  <a:prstClr val="black"/>
                </a:solidFill>
              </a:ln>
              <a:solidFill>
                <a:srgbClr val="FFFF00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74527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E5FB9-91F3-758C-D952-7156187CB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15EE71-B264-D229-AC0D-A60B9EA4950B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B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하나님 안에서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우리 서로 이어져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주가 거하실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성전이 되네</a:t>
            </a:r>
            <a:endParaRPr lang="en-US" altLang="ko-KR" sz="4800" b="1" spc="-300" dirty="0">
              <a:ln w="9525">
                <a:solidFill>
                  <a:prstClr val="black"/>
                </a:solidFill>
              </a:ln>
              <a:solidFill>
                <a:srgbClr val="FFFF00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89004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9DE0C-EAC6-41DA-5409-382B7F004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A592E4-FB82-5895-AA0C-AEC3DB2C61CE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B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모퉁잇돌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되신 예수와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하나되게 하신 성령 안에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함께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지어져가네</a:t>
            </a:r>
            <a:endParaRPr lang="en-US" altLang="ko-KR" sz="4800" b="1" spc="-300" dirty="0">
              <a:ln w="9525">
                <a:solidFill>
                  <a:prstClr val="black"/>
                </a:solidFill>
              </a:ln>
              <a:solidFill>
                <a:srgbClr val="FFFF00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07718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F3105-970F-4DDB-59CA-B6EB108FF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6E02355-A964-A194-3167-3523E075B4EB}"/>
              </a:ext>
            </a:extLst>
          </p:cNvPr>
          <p:cNvSpPr txBox="1"/>
          <p:nvPr/>
        </p:nvSpPr>
        <p:spPr>
          <a:xfrm>
            <a:off x="0" y="635506"/>
            <a:ext cx="12192000" cy="4437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간주</a:t>
            </a:r>
            <a:endParaRPr kumimoji="0" lang="en-US" altLang="ko-KR" sz="15000" b="1" i="0" u="none" strike="noStrike" kern="1200" cap="none" spc="0" normalizeH="0" baseline="0" noProof="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22028BC-7F16-41EC-93AB-EB74FF4D7F72}"/>
              </a:ext>
            </a:extLst>
          </p:cNvPr>
          <p:cNvSpPr/>
          <p:nvPr/>
        </p:nvSpPr>
        <p:spPr>
          <a:xfrm>
            <a:off x="0" y="2956787"/>
            <a:ext cx="12192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48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(</a:t>
            </a:r>
            <a:r>
              <a:rPr lang="ko-KR" altLang="en-US" sz="48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이어서 </a:t>
            </a:r>
            <a:r>
              <a:rPr lang="en-US" altLang="ko-KR" sz="48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A1 </a:t>
            </a:r>
            <a:r>
              <a:rPr lang="ko-KR" altLang="en-US" sz="48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시작</a:t>
            </a:r>
            <a:r>
              <a:rPr lang="en-US" altLang="ko-KR" sz="48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58893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E7722-6891-0416-481E-50B9683DB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7A31E6-401E-FC6A-D030-2B9252BC421A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A1 </a:t>
            </a: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우리는 하나님의 자녀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 사랑 안에 우리 거할 때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주님 나를 사랑하신 것 같이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우리도 서로 사랑 할 수 있네</a:t>
            </a:r>
            <a:endParaRPr lang="en-US" altLang="ko-KR" sz="4800" b="1" spc="-300" dirty="0">
              <a:ln w="9525">
                <a:solidFill>
                  <a:prstClr val="black"/>
                </a:solidFill>
              </a:ln>
              <a:solidFill>
                <a:srgbClr val="FFFF00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13966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1FF5F-928F-3F40-1E7B-C77A9FD85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232774-4CE8-A117-D26C-EB111DB2E059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A2 </a:t>
            </a: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우리는 </a:t>
            </a:r>
            <a:r>
              <a:rPr kumimoji="0" lang="ko-Kore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주의 몸된 교회</a:t>
            </a:r>
            <a:endParaRPr kumimoji="0" lang="en-US" altLang="ko-Kore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ore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모든 지체가 하나 될 때</a:t>
            </a:r>
            <a:endParaRPr lang="en-US" altLang="ko-Kore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ore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예수님의 마음을 닮아가며</a:t>
            </a:r>
            <a:endParaRPr lang="en-US" altLang="ko-Kore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ore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고통과 즐거움 함께 나누네</a:t>
            </a:r>
            <a:endParaRPr lang="en-US" altLang="ko-KR" sz="4800" b="1" spc="-300" dirty="0">
              <a:ln w="9525">
                <a:solidFill>
                  <a:prstClr val="black"/>
                </a:solidFill>
              </a:ln>
              <a:solidFill>
                <a:srgbClr val="FFFF00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18728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BFD4C-EE93-925D-C32B-6ED601FDD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446D5E-7942-9287-8A1B-A491AA768F05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B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하나님 안에서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우리 서로 이어져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주가 거하실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성전이 되네</a:t>
            </a:r>
            <a:endParaRPr lang="en-US" altLang="ko-KR" sz="4800" b="1" spc="-300" dirty="0">
              <a:ln w="9525">
                <a:solidFill>
                  <a:prstClr val="black"/>
                </a:solidFill>
              </a:ln>
              <a:solidFill>
                <a:srgbClr val="FFFF00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58261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1B288-5154-0542-B55B-ACD4AEE15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1C359D-62F9-EEF5-B731-6EC3CD58386B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B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모퉁잇돌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되신 예수와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하나되게 하신 성령 안에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함께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지어져가네</a:t>
            </a:r>
            <a:endParaRPr lang="en-US" altLang="ko-KR" sz="4800" b="1" spc="-300" dirty="0">
              <a:ln w="9525">
                <a:solidFill>
                  <a:prstClr val="black"/>
                </a:solidFill>
              </a:ln>
              <a:solidFill>
                <a:srgbClr val="FFFF00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46251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050F6-45EA-1FAA-D586-6E4D4D594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50FB480-2732-A04F-F520-9CB53EE1A6B7}"/>
              </a:ext>
            </a:extLst>
          </p:cNvPr>
          <p:cNvSpPr txBox="1"/>
          <p:nvPr/>
        </p:nvSpPr>
        <p:spPr>
          <a:xfrm>
            <a:off x="145774" y="1210272"/>
            <a:ext cx="12192000" cy="4437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6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2. </a:t>
            </a:r>
            <a:r>
              <a:rPr kumimoji="0" lang="ko-KR" altLang="en-US" sz="96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생명 주께 있네</a:t>
            </a:r>
            <a:endParaRPr kumimoji="0" lang="en-US" altLang="ko-KR" sz="96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00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6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+ </a:t>
            </a:r>
            <a:r>
              <a:rPr lang="ko-KR" altLang="en-US" sz="96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멈출 수 없네</a:t>
            </a:r>
            <a:endParaRPr kumimoji="0" lang="en-US" altLang="ko-KR" sz="9600" b="1" i="0" u="none" strike="noStrike" kern="1200" cap="none" spc="0" normalizeH="0" baseline="0" noProof="0" dirty="0">
              <a:ln w="9525">
                <a:solidFill>
                  <a:prstClr val="black"/>
                </a:solidFill>
              </a:ln>
              <a:solidFill>
                <a:srgbClr val="FFFF00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2622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30908-E135-2AF8-A030-CAC514614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C5CFD0-48F6-039F-D841-6D3F7C66FFFE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A </a:t>
            </a:r>
            <a:r>
              <a:rPr kumimoji="0" lang="ko-Kore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생명 주께 있네</a:t>
            </a:r>
            <a:endParaRPr kumimoji="0" lang="en-US" altLang="ko-Kore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ore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능력 주께 있네</a:t>
            </a:r>
            <a:endParaRPr lang="en-US" altLang="ko-Kore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ore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소망 주께 있네</a:t>
            </a:r>
            <a:endParaRPr lang="en-US" altLang="ko-Kore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ore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 안에 있네</a:t>
            </a:r>
            <a:endParaRPr lang="en-US" altLang="ko-KR" sz="4800" b="1" spc="-300" dirty="0">
              <a:ln w="9525">
                <a:solidFill>
                  <a:prstClr val="black"/>
                </a:solidFill>
              </a:ln>
              <a:solidFill>
                <a:srgbClr val="FFFF00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50805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950C5-FE07-9158-39F0-03A3C395E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232777-A055-5D26-3E64-4FFA75E5BB6C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B </a:t>
            </a:r>
            <a:r>
              <a:rPr kumimoji="0" lang="ko-Kore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생명 다해 주 찬양하리</a:t>
            </a:r>
            <a:endParaRPr kumimoji="0" lang="en-US" altLang="ko-Kore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ore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힘을 다해 주 찬양하리</a:t>
            </a:r>
            <a:endParaRPr lang="en-US" altLang="ko-Kore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ore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 생명 다해 내 힘을 다해</a:t>
            </a:r>
            <a:endParaRPr lang="en-US" altLang="ko-Kore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ore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모든 소망 주님께</a:t>
            </a:r>
            <a:endParaRPr lang="en-US" altLang="ko-KR" sz="4800" b="1" spc="-300" dirty="0">
              <a:ln w="9525">
                <a:solidFill>
                  <a:prstClr val="black"/>
                </a:solidFill>
              </a:ln>
              <a:solidFill>
                <a:srgbClr val="FFFF00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15616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44BAF-EEB6-D2CA-4B4D-EB2BE3874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70569E-6165-AB30-B42D-49AF19D302EF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A </a:t>
            </a:r>
            <a:r>
              <a:rPr kumimoji="0" lang="ko-Kore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생명 주께 있네</a:t>
            </a:r>
            <a:endParaRPr kumimoji="0" lang="en-US" altLang="ko-Kore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ore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능력 주께 있네</a:t>
            </a:r>
            <a:endParaRPr lang="en-US" altLang="ko-Kore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ore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소망 주께 있네</a:t>
            </a:r>
            <a:endParaRPr lang="en-US" altLang="ko-Kore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ore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 안에 있네</a:t>
            </a:r>
            <a:endParaRPr lang="en-US" altLang="ko-KR" sz="4800" b="1" spc="-300" dirty="0">
              <a:ln w="9525">
                <a:solidFill>
                  <a:prstClr val="black"/>
                </a:solidFill>
              </a:ln>
              <a:solidFill>
                <a:srgbClr val="FFFF00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03458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B3487-FCB9-8FBF-6118-3560BFDDB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7FC122-78BF-F027-542E-9F57D727A1D7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B </a:t>
            </a:r>
            <a:r>
              <a:rPr kumimoji="0" lang="ko-Kore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생명 다해 주 찬양하리</a:t>
            </a:r>
            <a:endParaRPr kumimoji="0" lang="en-US" altLang="ko-Kore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ore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힘을 다해 주 찬양하리</a:t>
            </a:r>
            <a:endParaRPr lang="en-US" altLang="ko-Kore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ore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 생명 다해 내 힘을 다해</a:t>
            </a:r>
            <a:endParaRPr lang="en-US" altLang="ko-Kore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ore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모든 소망 주님께</a:t>
            </a:r>
            <a:endParaRPr lang="en-US" altLang="ko-KR" sz="4800" b="1" spc="-300" dirty="0">
              <a:ln w="9525">
                <a:solidFill>
                  <a:prstClr val="black"/>
                </a:solidFill>
              </a:ln>
              <a:solidFill>
                <a:srgbClr val="FFFF00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65728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3FD92-9017-0CCC-589D-D1C128CF7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41C041-0FC3-25BB-FBF0-18D0D5C378B8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A </a:t>
            </a:r>
            <a:r>
              <a:rPr kumimoji="0" lang="ko-Kore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생명 주께 있네</a:t>
            </a:r>
            <a:endParaRPr kumimoji="0" lang="en-US" altLang="ko-Kore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ore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능력 주께 있네</a:t>
            </a:r>
            <a:endParaRPr lang="en-US" altLang="ko-Kore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ore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소망 주께 있네</a:t>
            </a:r>
            <a:endParaRPr lang="en-US" altLang="ko-Kore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ore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 안에 있네</a:t>
            </a:r>
            <a:endParaRPr lang="en-US" altLang="ko-Kore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algn="ctr">
              <a:defRPr/>
            </a:pPr>
            <a:r>
              <a:rPr lang="en-US" altLang="ko-KR" sz="48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(</a:t>
            </a:r>
            <a:r>
              <a:rPr lang="ko-KR" altLang="en-US" sz="48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이어서 멈출 수 없네</a:t>
            </a:r>
            <a:r>
              <a:rPr lang="en-US" altLang="ko-KR" sz="48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)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4800" b="1" spc="-300" dirty="0">
              <a:ln w="9525">
                <a:solidFill>
                  <a:prstClr val="black"/>
                </a:solidFill>
              </a:ln>
              <a:solidFill>
                <a:srgbClr val="FFFF00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55744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22829-1471-F0C9-5F67-8B6AFA63C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43E221-FB5F-DF57-01A2-0859509884A4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C1</a:t>
            </a:r>
            <a:r>
              <a:rPr kumimoji="0" lang="en-US" altLang="ko-KR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 </a:t>
            </a: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주 날 구원했으니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어찌 잠잠하리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기쁨의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찬송드리리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27855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E5254-43D9-CB76-D05E-F49A043D4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1DA3D3-67F2-AF4C-CD90-5184A55D6D79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C2</a:t>
            </a:r>
            <a:r>
              <a:rPr kumimoji="0" lang="en-US" altLang="ko-KR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 </a:t>
            </a: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주 날 </a:t>
            </a:r>
            <a:r>
              <a:rPr kumimoji="0" lang="ko-KR" altLang="en-US" sz="7200" b="1" i="0" u="none" strike="noStrike" kern="1200" cap="none" spc="-300" normalizeH="0" baseline="0" noProof="0" dirty="0" err="1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죄사했으니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어찌 잠잠하리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기쁨의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경배드리리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449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B33A9-C48E-711D-6198-C34FFD399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412C35-2F85-3E68-5767-C5FE678100DD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D</a:t>
            </a:r>
            <a:r>
              <a:rPr kumimoji="0" lang="en-US" altLang="ko-KR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 </a:t>
            </a: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주를 향한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나의 사랑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멈출 수 없네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멈출 수 없네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59572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065D1-BA63-038B-FEFD-1C56DC54B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DA1F7A-215A-90C9-DD57-5E36AEDFA657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E</a:t>
            </a:r>
            <a:r>
              <a:rPr kumimoji="0" lang="en-US" altLang="ko-KR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 </a:t>
            </a: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나 기쁨의 춤추리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 모든 슬픔 바꾸셨네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 기쁨의 춤추리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 모든 삶 주 안에 있네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86651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D1A1D-4D73-6015-6963-E9FFA9A2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957E05-07AB-4590-9B57-10954CE2419E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D</a:t>
            </a:r>
            <a:r>
              <a:rPr kumimoji="0" lang="en-US" altLang="ko-KR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 </a:t>
            </a: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주를 향한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나의 사랑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멈출 수 없네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멈출 수 없네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41119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98481-932B-F72D-5ABF-3CF65708D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95A645-9D8A-1FC4-0BEC-C1D5F2828236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E</a:t>
            </a:r>
            <a:r>
              <a:rPr kumimoji="0" lang="en-US" altLang="ko-KR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 </a:t>
            </a: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나 기쁨의 춤추리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 모든 슬픔 바꾸셨네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 기쁨의 춤추리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 모든 삶 주 안에 있네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35099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E4B84-1B5E-601E-899A-F11EB64C2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0C066CA-FC84-CDCA-AE0E-9877A07E17DB}"/>
              </a:ext>
            </a:extLst>
          </p:cNvPr>
          <p:cNvSpPr txBox="1"/>
          <p:nvPr/>
        </p:nvSpPr>
        <p:spPr>
          <a:xfrm>
            <a:off x="145774" y="1210272"/>
            <a:ext cx="12192000" cy="4437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6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3</a:t>
            </a:r>
            <a:r>
              <a:rPr kumimoji="0" lang="en-US" altLang="ko-KR" sz="96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. </a:t>
            </a:r>
            <a:r>
              <a:rPr kumimoji="0" lang="ko-Kore-KR" altLang="en-US" sz="96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실로암</a:t>
            </a:r>
            <a:endParaRPr kumimoji="0" lang="en-US" altLang="ko-KR" sz="9600" b="1" i="0" u="none" strike="noStrike" kern="1200" cap="none" spc="0" normalizeH="0" baseline="0" noProof="0" dirty="0">
              <a:ln w="9525">
                <a:solidFill>
                  <a:prstClr val="black"/>
                </a:solidFill>
              </a:ln>
              <a:solidFill>
                <a:srgbClr val="FFFF00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9994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4D09A-DBDC-6F69-BA66-DA0FD0A9F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116E30-8F09-5920-2EC1-2F1E37FF894A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A1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어두운 밤에 캄캄한 밤에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새벽을 찾아 떠난다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종이 울리고 닭이 울어도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 눈에는 오직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밤이었소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7265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B2E82-8CF3-FDA2-CCDD-1EB7AAA27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015F90-23A4-09A1-0553-10BD17B0DA41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A2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우리가 처음 만난 그 때는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차가운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새벽이었소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주님 맘 속에 사랑 있음을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나는 느낄 수가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있었소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76239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FF946-0C83-FEEB-8772-5023EE32C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4DC833-E434-2888-FFEE-ABE092A731A9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B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오 주여 당신께</a:t>
            </a: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감사하리라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실로암</a:t>
            </a: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내게 주심을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나에게 영원한 사랑 속에서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떠나지 않게 하소서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97261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A73E0-8744-6ABE-30A0-090B62C46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BF84B5B-8EE8-B21F-0B48-5F71350077DC}"/>
              </a:ext>
            </a:extLst>
          </p:cNvPr>
          <p:cNvSpPr txBox="1"/>
          <p:nvPr/>
        </p:nvSpPr>
        <p:spPr>
          <a:xfrm>
            <a:off x="0" y="635506"/>
            <a:ext cx="12192000" cy="4437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간주</a:t>
            </a:r>
            <a:endParaRPr kumimoji="0" lang="en-US" altLang="ko-KR" sz="15000" b="1" i="0" u="none" strike="noStrike" kern="1200" cap="none" spc="0" normalizeH="0" baseline="0" noProof="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41595FC-14F0-1C37-AD2F-4A3C5EC017AB}"/>
              </a:ext>
            </a:extLst>
          </p:cNvPr>
          <p:cNvSpPr/>
          <p:nvPr/>
        </p:nvSpPr>
        <p:spPr>
          <a:xfrm>
            <a:off x="0" y="2956787"/>
            <a:ext cx="12192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48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(</a:t>
            </a:r>
            <a:r>
              <a:rPr lang="ko-KR" altLang="en-US" sz="48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이어서 </a:t>
            </a:r>
            <a:r>
              <a:rPr lang="en-US" altLang="ko-KR" sz="48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A1 </a:t>
            </a:r>
            <a:r>
              <a:rPr lang="ko-KR" altLang="en-US" sz="48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시작</a:t>
            </a:r>
            <a:r>
              <a:rPr lang="en-US" altLang="ko-KR" sz="48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31416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80F5D-B138-BAA2-C4F0-BB9A83A94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24DD48-8C0F-C99E-320A-505DCDFF7275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A1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어두운 밤에 캄캄한 밤에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새벽을 찾아 떠난다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종이 울리고 닭이 울어도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 눈에는 오직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밤이었소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06860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0874F-9A8C-1ABA-D71C-A06164A96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949E61-3564-B686-D97E-91D9420BE8C6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A2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우리가 처음 만난 그 때는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차가운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새벽이었소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주님 맘 속에 사랑 있음을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나는 느낄 수가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있었소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07876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3DD07-1E66-9C39-424D-E09EB191D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9A92C3-C21E-659B-20C8-ACDB987AFC29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B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오 주여 당신께</a:t>
            </a: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감사하리라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실로암</a:t>
            </a: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내게 주심을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나에게 영원한 사랑 속에서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떠나지 않게 하소서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96576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4F4A7-C7B7-9D3A-5A94-A11FF214A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4BFE0B0-1B74-9134-5391-732B4D220B96}"/>
              </a:ext>
            </a:extLst>
          </p:cNvPr>
          <p:cNvSpPr txBox="1"/>
          <p:nvPr/>
        </p:nvSpPr>
        <p:spPr>
          <a:xfrm>
            <a:off x="145774" y="1210272"/>
            <a:ext cx="12192000" cy="4437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6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4.</a:t>
            </a:r>
            <a:r>
              <a:rPr lang="ko-KR" altLang="en-US" sz="96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80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나는 주를 섬기는 것에</a:t>
            </a:r>
            <a:endParaRPr lang="en-US" altLang="ko-KR" sz="9600" b="1" spc="-300" dirty="0">
              <a:ln w="9525">
                <a:solidFill>
                  <a:prstClr val="black"/>
                </a:solidFill>
              </a:ln>
              <a:solidFill>
                <a:srgbClr val="FFFF00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+</a:t>
            </a:r>
            <a:r>
              <a:rPr lang="en-US" altLang="ko-KR" sz="96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80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이것이 나의 간증이요</a:t>
            </a:r>
            <a:endParaRPr kumimoji="0" lang="en-US" altLang="ko-KR" sz="9600" b="1" i="0" u="none" strike="noStrike" kern="1200" cap="none" spc="0" normalizeH="0" baseline="0" noProof="0" dirty="0">
              <a:ln w="9525">
                <a:solidFill>
                  <a:prstClr val="black"/>
                </a:solidFill>
              </a:ln>
              <a:solidFill>
                <a:srgbClr val="FFFF00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5234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B2823-2147-FC69-2A75-D2490EE39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CAFE41-B331-D98A-13EE-1396EF461652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A1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나의 평생에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가장 복된 일은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내가 예수님을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만난 것이라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96031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2E5E5-C557-0590-9BE5-01A7898FF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DBCE4E-3D45-5FF1-903A-1A5CA10F7E31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A1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나의 평생에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가장 잘한 일은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내가 예수님을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주로 섬긴 것이라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2033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DB8D0-55BE-11BE-04EE-D8E051B14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FD46F5-9DFD-8BC8-A5F2-88129C410F91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A2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세상 살 동안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내가 걷는 길이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때론 험하여서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넘어 질 때도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77790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4D07F-92B9-1C1F-E74D-EBF078750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B9F98D-FFB6-89EF-644D-4A07A79C90C3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A2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ore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주의 강한 손이</a:t>
            </a:r>
            <a:endParaRPr lang="en-US" altLang="ko-Kore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ore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나를 붙드시니</a:t>
            </a:r>
            <a:endParaRPr lang="en-US" altLang="ko-Kore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ore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나는 예수님만</a:t>
            </a:r>
            <a:endParaRPr lang="en-US" altLang="ko-Kore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ore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주로 섬기며 살리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1452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00BA2-FD5C-2FBE-15C8-C72A4DF31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1C02FE-BEFF-A111-6597-03250EA62C15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B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나는 주를 섬기는 것에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후회가 없습니다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내가 걸어온 모든 시간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다 주의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은혜니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8284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F9A9E-A06F-91EB-1058-10202F1D9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C5CD18-5072-98F4-B2C1-ED35E3ADDB57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B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내가 걸어갈 모든 날도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주만 섬기며 살리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오직 예수 이름 부르며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살아가리라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76175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9761E-F252-EB2A-A316-A532CB29E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B7A113-965E-6922-D37A-83CAF8BA888D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A2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세상 살 동안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내가 걷는 길이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때론 험하여서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넘어 질 때도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88309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BC876-E2D8-1D40-F093-EC266FDDC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A3016C-37C4-4178-2273-DBC2D3B9F183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A2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ore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주의 강한 손이</a:t>
            </a:r>
            <a:endParaRPr lang="en-US" altLang="ko-Kore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ore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나를 붙드시니</a:t>
            </a:r>
            <a:endParaRPr lang="en-US" altLang="ko-Kore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ore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나는 예수님만</a:t>
            </a:r>
            <a:endParaRPr lang="en-US" altLang="ko-Kore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ore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주로 섬기며 살리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93614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21EE9-19F4-B8D5-FE46-A67F5FF79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3CE5A9-A011-6EBE-C66E-08B09CFC7E03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B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나는 주를 섬기는 것에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후회가 없습니다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내가 걸어온 모든 시간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다 주의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은혜니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62949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FBD50-3CFF-F338-9504-D8F83D373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EF3B02-EEDD-B9BD-03BA-85A2033E6A81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B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내가 걸어갈 모든 날도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주만 섬기며 살리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오직 예수 이름 부르며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살아가리라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71771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C7EDF-7B32-4A3C-1E9C-B3BF83864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192656-0095-0331-AB90-901C4017DE07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C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이것이 나의 간증이요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이것이 나의 찬송일세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 사는 동안 끊임없이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구주를 찬송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하리로다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0611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4C2EA-4C0B-01C6-CA88-D3AB11827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850476A-2808-EB54-537B-3FC8B0A9BAE4}"/>
              </a:ext>
            </a:extLst>
          </p:cNvPr>
          <p:cNvSpPr txBox="1"/>
          <p:nvPr/>
        </p:nvSpPr>
        <p:spPr>
          <a:xfrm>
            <a:off x="145774" y="1210272"/>
            <a:ext cx="12192000" cy="4437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6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5. </a:t>
            </a:r>
            <a:r>
              <a:rPr kumimoji="0" lang="ko-KR" altLang="en-US" sz="96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예수 나를 오라 하네</a:t>
            </a:r>
            <a:endParaRPr kumimoji="0" lang="en-US" altLang="ko-KR" sz="9600" b="1" i="0" u="none" strike="noStrike" kern="1200" cap="none" spc="0" normalizeH="0" baseline="0" noProof="0" dirty="0">
              <a:ln w="9525">
                <a:solidFill>
                  <a:prstClr val="black"/>
                </a:solidFill>
              </a:ln>
              <a:solidFill>
                <a:srgbClr val="FFFF00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9002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0F3E1-14C6-DBEE-9AC6-7B368CE94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D63334-885B-A12C-FE4E-17065F659136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A1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예수 나를 오라 하네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예수 나를 오라 하네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어디든지 주를 따라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주와 같이 같이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가려네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79533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A5DEE-10E2-E15C-1CAB-8172E0402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937699-1A51-6AAE-09D7-77ABAD223A3D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B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주의 인도하심 따라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주의 인도하심 따라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어디든지 주를 따라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주와 같이 같이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가려네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01221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D57A9-AA40-97A9-58B1-4F4FC7E27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2D3E94-70EC-EE7D-818D-40941D4FFDB2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A2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겟세마네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동산까지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주와 함께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가려하네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피땀 흘린 동산까지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주와 함께 함께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가려네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87549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0A901-75EB-3CE1-E2C7-DB9C34EEB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E3A2B4-2F82-9EA8-DA5A-F370ADB2B239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B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주의 인도하심 따라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주의 인도하심 따라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어디든지 주를 따라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주와 같이 같이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가려네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24253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37701-B065-CB68-2C87-0457CD466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3A0F33-846A-32DC-877B-A1581ECC1445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C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주가 크신 은혜 내려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나를 항상 돌보시고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크신 영광 보여주며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나와 함께 함께 가시네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10316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E73EB-DA1F-E4F8-A808-63735B41B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0F0041-D9B4-FC68-24C6-385325AFDFC8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D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주의 인도하심 따라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주의 인도하심 따라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어디든지 주를 따라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주와 같이 같이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가려네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53057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D175F-1C23-5FFF-A15D-E880F1EF4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9CA4395-7AE4-DC41-B17A-2395C6692F08}"/>
              </a:ext>
            </a:extLst>
          </p:cNvPr>
          <p:cNvSpPr txBox="1"/>
          <p:nvPr/>
        </p:nvSpPr>
        <p:spPr>
          <a:xfrm>
            <a:off x="0" y="1210272"/>
            <a:ext cx="12192000" cy="4437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600" b="1" i="0" u="none" strike="noStrike" kern="1200" cap="none" spc="0" normalizeH="0" baseline="0" noProof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수고하셨습니다</a:t>
            </a:r>
            <a:r>
              <a:rPr kumimoji="0" lang="en-US" altLang="ko-KR" sz="9600" b="1" i="0" u="none" strike="noStrike" kern="1200" cap="none" spc="0" normalizeH="0" baseline="0" noProof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.</a:t>
            </a:r>
            <a:endParaRPr kumimoji="0" lang="en-US" altLang="ko-KR" sz="9600" b="1" i="0" u="none" strike="noStrike" kern="1200" cap="none" spc="0" normalizeH="0" baseline="0" noProof="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5155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8627</TotalTime>
  <Words>633</Words>
  <Application>Microsoft Macintosh PowerPoint</Application>
  <PresentationFormat>와이드스크린</PresentationFormat>
  <Paragraphs>175</Paragraphs>
  <Slides>50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50</vt:i4>
      </vt:variant>
    </vt:vector>
  </HeadingPairs>
  <TitlesOfParts>
    <vt:vector size="54" baseType="lpstr">
      <vt:lpstr>맑은 고딕</vt:lpstr>
      <vt:lpstr>휴먼모음T</vt:lpstr>
      <vt:lpstr>Arial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LEEMyeongCheol</dc:creator>
  <cp:lastModifiedBy>한승진(Cloud플랫폼팀)</cp:lastModifiedBy>
  <cp:revision>246</cp:revision>
  <dcterms:created xsi:type="dcterms:W3CDTF">2021-01-02T12:50:20Z</dcterms:created>
  <dcterms:modified xsi:type="dcterms:W3CDTF">2026-06-19T05:38:44Z</dcterms:modified>
  <cp:version/>
</cp:coreProperties>
</file>