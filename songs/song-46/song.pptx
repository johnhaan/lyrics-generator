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lvl="0" algn="ctr"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시온성과 같은 교회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78752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algn="ctr">
              <a:defRPr/>
            </a:pPr>
            <a:r>
              <a:rPr lang="en-US" altLang="ko-KR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1</a:t>
            </a: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절</a:t>
            </a:r>
            <a:endParaRPr lang="en-US" altLang="ko-KR" sz="60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lvl="0" algn="ctr">
              <a:defRPr/>
            </a:pPr>
            <a:r>
              <a:rPr lang="en-US" altLang="ko-KR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시온성과 같은 교회 그의 영광 한없다</a:t>
            </a:r>
            <a:endParaRPr lang="en-US" altLang="ko-KR" sz="60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lvl="0" algn="ctr">
              <a:defRPr/>
            </a:pP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허락하신 말씀대로</a:t>
            </a:r>
            <a:r>
              <a:rPr lang="en-US" altLang="ko-KR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주가 친히 세웠다</a:t>
            </a:r>
            <a:endParaRPr lang="en-US" altLang="ko-KR" sz="60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lvl="0" algn="ctr">
              <a:defRPr/>
            </a:pP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반석 위에 세운 교회 흔들 자가 </a:t>
            </a:r>
            <a:r>
              <a:rPr lang="ko-KR" altLang="en-US" sz="60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누구랴</a:t>
            </a:r>
            <a:endParaRPr lang="en-US" altLang="ko-KR" sz="60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lvl="0" algn="ctr">
              <a:defRPr/>
            </a:pP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모든 원수 에워싸도 아무 근심 </a:t>
            </a:r>
            <a:r>
              <a:rPr lang="ko-KR" altLang="en-US" sz="60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없도다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C259F-B069-4434-79B6-8D37997F3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7A31E3-7D72-9271-73F5-25D7EC0E51AA}"/>
              </a:ext>
            </a:extLst>
          </p:cNvPr>
          <p:cNvSpPr txBox="1"/>
          <p:nvPr/>
        </p:nvSpPr>
        <p:spPr>
          <a:xfrm>
            <a:off x="0" y="478752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algn="ctr">
              <a:defRPr/>
            </a:pPr>
            <a:r>
              <a:rPr lang="en-US" altLang="ko-KR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2</a:t>
            </a: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절</a:t>
            </a:r>
            <a:endParaRPr lang="en-US" altLang="ko-KR" sz="60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lvl="0" algn="ctr">
              <a:defRPr/>
            </a:pPr>
            <a:r>
              <a:rPr lang="en-US" altLang="ko-KR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60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생명샘이</a:t>
            </a: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솟아나와 모든 성도 마시니</a:t>
            </a:r>
            <a:endParaRPr lang="en-US" altLang="ko-KR" sz="60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lvl="0" algn="ctr">
              <a:defRPr/>
            </a:pP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언제든지 흘러 넘쳐 부족함이 </a:t>
            </a:r>
            <a:r>
              <a:rPr lang="ko-KR" altLang="en-US" sz="60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없도다</a:t>
            </a:r>
            <a:endParaRPr lang="en-US" altLang="ko-KR" sz="60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lvl="0" algn="ctr">
              <a:defRPr/>
            </a:pP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이런 물이 흘러가니 목마를 자 </a:t>
            </a:r>
            <a:r>
              <a:rPr lang="ko-KR" altLang="en-US" sz="60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누구랴</a:t>
            </a:r>
            <a:endParaRPr lang="en-US" altLang="ko-KR" sz="60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lvl="0" algn="ctr">
              <a:defRPr/>
            </a:pP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은혜 풍족하여 넘치고도 넘친다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7043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DA562-9E25-AF3E-D988-C5949B619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09A612-D5FE-C9BF-571E-CE60918DE5F0}"/>
              </a:ext>
            </a:extLst>
          </p:cNvPr>
          <p:cNvSpPr txBox="1"/>
          <p:nvPr/>
        </p:nvSpPr>
        <p:spPr>
          <a:xfrm>
            <a:off x="0" y="478752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algn="ctr">
              <a:defRPr/>
            </a:pPr>
            <a:r>
              <a:rPr lang="en-US" altLang="ko-KR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3</a:t>
            </a: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절</a:t>
            </a:r>
            <a:endParaRPr lang="en-US" altLang="ko-KR" sz="60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lvl="0" algn="ctr">
              <a:defRPr/>
            </a:pPr>
            <a:r>
              <a:rPr lang="en-US" altLang="ko-KR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은혜 내가 받아 시온 백성 되는 때</a:t>
            </a:r>
            <a:endParaRPr lang="en-US" altLang="ko-KR" sz="60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lvl="0" algn="ctr">
              <a:defRPr/>
            </a:pP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세상 사람 비방해도 주를 찬송하리라</a:t>
            </a:r>
            <a:endParaRPr lang="en-US" altLang="ko-KR" sz="60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lvl="0" algn="ctr">
              <a:defRPr/>
            </a:pP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세상 헛된 모든 영광 아침 안개 같으나</a:t>
            </a:r>
            <a:endParaRPr lang="en-US" altLang="ko-KR" sz="60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lvl="0" algn="ctr">
              <a:defRPr/>
            </a:pP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자녀 받을 복은 영원무궁 </a:t>
            </a:r>
            <a:r>
              <a:rPr lang="ko-KR" altLang="en-US" sz="60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하도다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3282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0F51C-8882-FB10-CA67-4CB48D826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767A82-910E-6898-C3DE-6E0C236D0DA3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lvl="0" algn="ctr"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간주</a:t>
            </a:r>
          </a:p>
        </p:txBody>
      </p:sp>
    </p:spTree>
    <p:extLst>
      <p:ext uri="{BB962C8B-B14F-4D97-AF65-F5344CB8AC3E}">
        <p14:creationId xmlns:p14="http://schemas.microsoft.com/office/powerpoint/2010/main" val="369436100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