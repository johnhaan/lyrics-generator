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05B0-816D-7516-79A4-F93E382A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DD28C-9431-A316-71EE-8B00B401550A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온 세상 위하여</a:t>
            </a:r>
          </a:p>
        </p:txBody>
      </p:sp>
    </p:spTree>
    <p:extLst>
      <p:ext uri="{BB962C8B-B14F-4D97-AF65-F5344CB8AC3E}">
        <p14:creationId xmlns:p14="http://schemas.microsoft.com/office/powerpoint/2010/main" val="126001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F090-9124-2A79-179C-D15E9AE1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973BA-F09B-1891-FD41-3D2F38CA528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온 세상 위하여 나 복음 전하리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만 백성 모두 나와서 주 말씀 들으라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죄 중에 빠져서 헤매는 자들아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주님의 음성 듣고서 너 구원 받으라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7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C553-FD4C-B477-15E4-A6F288B2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83F10-93BE-CACF-1561-29AA77FFB9B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온 세상 위하여 이 복음 전하리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저 죄인 회개하고서 주 예수 믿으라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 세상 구하려 주 돌아가신 것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 증거하지 않으면 그 사랑 모르리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78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C83C-9CE1-26B3-2546-924F2C9CF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31CE0-EB7B-C93F-7B40-ABECB84820F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A3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온 세상 위하여 주 은혜 임하니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 예수 이름 힘 입어 이 복음 전하자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먼 곳에 나가서 전하지 못해도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 어느 곳에 있든지 늘 기도 힘쓰리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73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D054-BA1F-CA18-514F-2DC6D9AD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F98B1-0117-D948-80ED-6F8070C77C75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Bx(2-3) </a:t>
            </a: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전하고 기도해 매일 증인 되리라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세상 모든 사람 다 듣고 그 사랑 알도록</a:t>
            </a:r>
            <a:endParaRPr kumimoji="0" lang="ko-KR" altLang="en-US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695721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