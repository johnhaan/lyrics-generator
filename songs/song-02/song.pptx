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50F6-45EA-1FAA-D586-6E4D4D59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0FB480-2732-A04F-F520-9CB53EE1A6B7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2. </a:t>
            </a: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+ 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멈출 수 없네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62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0908-E135-2AF8-A030-CAC51461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5CFD0-48F6-039F-D841-6D3F7C66FFF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80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50C5-FE07-9158-39F0-03A3C395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32777-A055-5D26-3E64-4FFA75E5BB6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다해 주 찬양하리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힘을 다해 주 찬양하리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생명 다해 내 힘을 다해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소망 주님께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61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FD92-9017-0CCC-589D-D1C128CF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41C041-0FC3-25BB-FBF0-18D0D5C378B8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이어서 멈출 수 없네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74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2829-1471-F0C9-5F67-8B6AFA63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43E221-FB5F-DF57-01A2-0859509884A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C1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날 구원했으니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어찌 잠잠하리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찬송드리리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785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5254-43D9-CB76-D05E-F49A043D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DA3D3-67F2-AF4C-CD90-5184A55D6D7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C2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날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죄사했으니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어찌 잠잠하리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경배드리리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4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33A9-C48E-711D-6198-C34FFD39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12C35-2F85-3E68-5767-C5FE678100D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주를 향한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사랑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멈출 수 없네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멈출 수 없네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57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65D1-BA63-038B-FEFD-1C56DC54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A1F7A-215A-90C9-DD57-5E36AEDFA65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E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기쁨의 춤추리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슬픔 바꾸셨네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기쁨의 춤추리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 주 안에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665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