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95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13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312" y="176"/>
      </p:cViewPr>
      <p:guideLst>
        <p:guide orient="horz" pos="2159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>
              <a:defRPr/>
            </a:pPr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 preserve="1">
  <p:cSld name="제목 및 내용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2026. 6. 21.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2026. 6. 21.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2026. 6. 21.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2026. 6. 21.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2026. 6. 21.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2026. 6. 21.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1_Office 테마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</p:sldLayoutIdLst>
  <p:transition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050F6-45EA-1FAA-D586-6E4D4D594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50FB480-2732-A04F-F520-9CB53EE1A6B7}"/>
              </a:ext>
            </a:extLst>
          </p:cNvPr>
          <p:cNvSpPr txBox="1"/>
          <p:nvPr/>
        </p:nvSpPr>
        <p:spPr>
          <a:xfrm>
            <a:off x="145774" y="1210272"/>
            <a:ext cx="12192000" cy="4437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6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srgbClr val="FFFF00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생명 주께 있네</a:t>
            </a:r>
            <a:r>
              <a:rPr lang="en-US" altLang="ko-KR" sz="9600" b="1" spc="-300" dirty="0">
                <a:ln w="9525">
                  <a:solidFill>
                    <a:prstClr val="black"/>
                  </a:solidFill>
                </a:ln>
                <a:solidFill>
                  <a:srgbClr val="FFFF00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+</a:t>
            </a:r>
            <a:r>
              <a:rPr lang="ko-KR" altLang="en-US" sz="9600" b="1" spc="-300" dirty="0">
                <a:ln w="9525">
                  <a:solidFill>
                    <a:prstClr val="black"/>
                  </a:solidFill>
                </a:ln>
                <a:solidFill>
                  <a:srgbClr val="FFFF00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멈출 수 없네</a:t>
            </a:r>
            <a:endParaRPr kumimoji="0" lang="en-US" altLang="ko-KR" sz="9600" b="1" i="0" u="none" strike="noStrike" kern="1200" cap="none" spc="0" normalizeH="0" baseline="0" noProof="0" dirty="0">
              <a:ln w="9525">
                <a:solidFill>
                  <a:prstClr val="black"/>
                </a:solidFill>
              </a:ln>
              <a:solidFill>
                <a:srgbClr val="FFFF00"/>
              </a:solidFill>
              <a:effectLst/>
              <a:uLnTx/>
              <a:uFillTx/>
              <a:latin typeface="휴먼모음T" panose="02030504000101010101" pitchFamily="18" charset="-127"/>
              <a:ea typeface="휴먼모음T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52622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30908-E135-2AF8-A030-CAC514614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5C5CFD0-48F6-039F-D841-6D3F7C66FFFE}"/>
              </a:ext>
            </a:extLst>
          </p:cNvPr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2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A </a:t>
            </a:r>
            <a:r>
              <a:rPr kumimoji="0" lang="ko-Kore-KR" altLang="en-US" sz="72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생명 주께 있네</a:t>
            </a:r>
            <a:endParaRPr kumimoji="0" lang="en-US" altLang="ko-Kore-KR" sz="7200" b="1" i="0" u="none" strike="noStrike" kern="1200" cap="none" spc="-300" normalizeH="0" baseline="0" noProof="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effectLst/>
              <a:uLnTx/>
              <a:uFillTx/>
              <a:latin typeface="휴먼모음T" panose="02030504000101010101" pitchFamily="18" charset="-127"/>
              <a:ea typeface="휴먼모음T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ore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능력 주께 있네</a:t>
            </a:r>
            <a:endParaRPr lang="en-US" altLang="ko-Kore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ore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소망 주께 있네</a:t>
            </a:r>
            <a:endParaRPr lang="en-US" altLang="ko-Kore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ore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주 안에 있네</a:t>
            </a:r>
            <a:endParaRPr lang="en-US" altLang="ko-KR" sz="4800" b="1" spc="-300" dirty="0">
              <a:ln w="9525">
                <a:solidFill>
                  <a:prstClr val="black"/>
                </a:solidFill>
              </a:ln>
              <a:solidFill>
                <a:srgbClr val="FFFF00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508054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950C5-FE07-9158-39F0-03A3C395E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232777-A055-5D26-3E64-4FFA75E5BB6C}"/>
              </a:ext>
            </a:extLst>
          </p:cNvPr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2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B </a:t>
            </a:r>
            <a:r>
              <a:rPr kumimoji="0" lang="ko-Kore-KR" altLang="en-US" sz="72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생명 다해 주 찬양하리</a:t>
            </a:r>
            <a:endParaRPr kumimoji="0" lang="en-US" altLang="ko-Kore-KR" sz="7200" b="1" i="0" u="none" strike="noStrike" kern="1200" cap="none" spc="-300" normalizeH="0" baseline="0" noProof="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effectLst/>
              <a:uLnTx/>
              <a:uFillTx/>
              <a:latin typeface="휴먼모음T" panose="02030504000101010101" pitchFamily="18" charset="-127"/>
              <a:ea typeface="휴먼모음T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ore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힘을 다해 주 찬양하리</a:t>
            </a:r>
            <a:endParaRPr lang="en-US" altLang="ko-Kore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ore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내 생명 다해 내 힘을 다해</a:t>
            </a:r>
            <a:endParaRPr lang="en-US" altLang="ko-Kore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ore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모든 소망 주님께</a:t>
            </a:r>
            <a:endParaRPr lang="en-US" altLang="ko-KR" sz="4800" b="1" spc="-300" dirty="0">
              <a:ln w="9525">
                <a:solidFill>
                  <a:prstClr val="black"/>
                </a:solidFill>
              </a:ln>
              <a:solidFill>
                <a:srgbClr val="FFFF00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156168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22829-1471-F0C9-5F67-8B6AFA63C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143E221-FB5F-DF57-01A2-0859509884A4}"/>
              </a:ext>
            </a:extLst>
          </p:cNvPr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Ca</a:t>
            </a:r>
            <a:r>
              <a:rPr kumimoji="0" lang="en-US" altLang="ko-KR" sz="72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 </a:t>
            </a:r>
            <a:r>
              <a:rPr kumimoji="0" lang="ko-KR" altLang="en-US" sz="72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주 날 구원했으니</a:t>
            </a:r>
            <a:endParaRPr kumimoji="0" lang="en-US" altLang="ko-KR" sz="7200" b="1" i="0" u="none" strike="noStrike" kern="1200" cap="none" spc="-300" normalizeH="0" baseline="0" noProof="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effectLst/>
              <a:uLnTx/>
              <a:uFillTx/>
              <a:latin typeface="휴먼모음T" panose="02030504000101010101" pitchFamily="18" charset="-127"/>
              <a:ea typeface="휴먼모음T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2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어찌 잠잠하리</a:t>
            </a:r>
            <a:endParaRPr kumimoji="0" lang="en-US" altLang="ko-KR" sz="7200" b="1" i="0" u="none" strike="noStrike" kern="1200" cap="none" spc="-300" normalizeH="0" baseline="0" noProof="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effectLst/>
              <a:uLnTx/>
              <a:uFillTx/>
              <a:latin typeface="휴먼모음T" panose="02030504000101010101" pitchFamily="18" charset="-127"/>
              <a:ea typeface="휴먼모음T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기쁨의 </a:t>
            </a:r>
            <a:r>
              <a:rPr lang="ko-KR" altLang="en-US" sz="7200" b="1" spc="-300" dirty="0" err="1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찬송드리리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27855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7E5254-43D9-CB76-D05E-F49A043D4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01DA3D3-67F2-AF4C-CD90-5184A55D6D79}"/>
              </a:ext>
            </a:extLst>
          </p:cNvPr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7200" b="1" spc="-300" dirty="0" err="1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Cb</a:t>
            </a:r>
            <a:r>
              <a:rPr kumimoji="0" lang="en-US" altLang="ko-KR" sz="72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 </a:t>
            </a:r>
            <a:r>
              <a:rPr kumimoji="0" lang="ko-KR" altLang="en-US" sz="72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주 날 </a:t>
            </a:r>
            <a:r>
              <a:rPr kumimoji="0" lang="ko-KR" altLang="en-US" sz="7200" b="1" i="0" u="none" strike="noStrike" kern="1200" cap="none" spc="-300" normalizeH="0" baseline="0" noProof="0" dirty="0" err="1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죄사했으니</a:t>
            </a:r>
            <a:endParaRPr kumimoji="0" lang="en-US" altLang="ko-KR" sz="7200" b="1" i="0" u="none" strike="noStrike" kern="1200" cap="none" spc="-300" normalizeH="0" baseline="0" noProof="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effectLst/>
              <a:uLnTx/>
              <a:uFillTx/>
              <a:latin typeface="휴먼모음T" panose="02030504000101010101" pitchFamily="18" charset="-127"/>
              <a:ea typeface="휴먼모음T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2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어찌 잠잠하리</a:t>
            </a:r>
            <a:endParaRPr kumimoji="0" lang="en-US" altLang="ko-KR" sz="7200" b="1" i="0" u="none" strike="noStrike" kern="1200" cap="none" spc="-300" normalizeH="0" baseline="0" noProof="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effectLst/>
              <a:uLnTx/>
              <a:uFillTx/>
              <a:latin typeface="휴먼모음T" panose="02030504000101010101" pitchFamily="18" charset="-127"/>
              <a:ea typeface="휴먼모음T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기쁨의 </a:t>
            </a:r>
            <a:r>
              <a:rPr lang="ko-KR" altLang="en-US" sz="7200" b="1" spc="-300" dirty="0" err="1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경배드리리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64496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B33A9-C48E-711D-6198-C34FFD399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0412C35-2F85-3E68-5767-C5FE678100DD}"/>
              </a:ext>
            </a:extLst>
          </p:cNvPr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D</a:t>
            </a:r>
            <a:r>
              <a:rPr kumimoji="0" lang="en-US" altLang="ko-KR" sz="72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 </a:t>
            </a:r>
            <a:r>
              <a:rPr kumimoji="0" lang="ko-KR" altLang="en-US" sz="72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주를 향한</a:t>
            </a:r>
            <a:endParaRPr kumimoji="0" lang="en-US" altLang="ko-KR" sz="7200" b="1" i="0" u="none" strike="noStrike" kern="1200" cap="none" spc="-300" normalizeH="0" baseline="0" noProof="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effectLst/>
              <a:uLnTx/>
              <a:uFillTx/>
              <a:latin typeface="휴먼모음T" panose="02030504000101010101" pitchFamily="18" charset="-127"/>
              <a:ea typeface="휴먼모음T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나의 사랑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2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멈출 수 없네</a:t>
            </a:r>
            <a:endParaRPr kumimoji="0" lang="en-US" altLang="ko-KR" sz="7200" b="1" i="0" u="none" strike="noStrike" kern="1200" cap="none" spc="-300" normalizeH="0" baseline="0" noProof="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effectLst/>
              <a:uLnTx/>
              <a:uFillTx/>
              <a:latin typeface="휴먼모음T" panose="02030504000101010101" pitchFamily="18" charset="-127"/>
              <a:ea typeface="휴먼모음T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멈출 수 없네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59572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065D1-BA63-038B-FEFD-1C56DC54B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DA1F7A-215A-90C9-DD57-5E36AEDFA657}"/>
              </a:ext>
            </a:extLst>
          </p:cNvPr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E</a:t>
            </a:r>
            <a:r>
              <a:rPr kumimoji="0" lang="en-US" altLang="ko-KR" sz="72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 </a:t>
            </a:r>
            <a:r>
              <a:rPr kumimoji="0" lang="ko-KR" altLang="en-US" sz="72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나 기쁨의 춤추리</a:t>
            </a:r>
            <a:endParaRPr kumimoji="0" lang="en-US" altLang="ko-KR" sz="7200" b="1" i="0" u="none" strike="noStrike" kern="1200" cap="none" spc="-300" normalizeH="0" baseline="0" noProof="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effectLst/>
              <a:uLnTx/>
              <a:uFillTx/>
              <a:latin typeface="휴먼모음T" panose="02030504000101010101" pitchFamily="18" charset="-127"/>
              <a:ea typeface="휴먼모음T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내 모든 슬픔 바꾸셨네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나 기쁨의 춤추리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내 모든 삶 주 안에 있네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86651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82</Words>
  <Application>Microsoft Macintosh PowerPoint</Application>
  <PresentationFormat>와이드스크린</PresentationFormat>
  <Paragraphs>23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맑은 고딕</vt:lpstr>
      <vt:lpstr>휴먼모음T</vt:lpstr>
      <vt:lpstr>Arial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찬양 콘티</dc:title>
  <dc:creator>lyrics-generator</dc:creator>
  <cp:lastModifiedBy>승진 한</cp:lastModifiedBy>
  <cp:revision>4</cp:revision>
  <dcterms:modified xsi:type="dcterms:W3CDTF">2026-06-21T14:03:20Z</dcterms:modified>
</cp:coreProperties>
</file>