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noProof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주를 찾는 </a:t>
            </a:r>
            <a:endParaRPr kumimoji="0" lang="en-US" altLang="ko-KR" sz="9600" b="1" i="0" u="none" strike="noStrike" kern="1200" cap="none" spc="-300" normalizeH="0" noProof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noProof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모든 자들이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34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주를 찾는 모든 자들이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말미암아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기뻐하고 즐거워하게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하시며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44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Ab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구원을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사랑하는 자들이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항상 말하기를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하나님은 위대하시다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69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나의 도움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건지시는 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지체말고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84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가난하고 궁핍한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마음 가운데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속히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47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나의 도움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건지시는 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지체말고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08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8956-90D6-B092-7303-44FE9DB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E2F7B-3F86-D086-2481-98D200B0249D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Cb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가난하고 궁핍한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마음 가운데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속히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속히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여호와여 속히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116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