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  <p:sldId id="261" r:id="rId61"/>
    <p:sldId id="262" r:id="rId62"/>
    <p:sldId id="263" r:id="rId6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Relationship Id="rId62" Type="http://schemas.openxmlformats.org/officeDocument/2006/relationships/slide" Target="slides/slide7.xml"/><Relationship Id="rId63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선한 능력으로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A1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 선한 능력으로 안으시네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그 크신 팔로 날 붙드시네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절망속에도 흔들리지 않고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chemeClr val="bg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사랑하는 주 얼굴 구하리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chemeClr val="bg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en-US" altLang="ko-KR" sz="60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X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2)</a:t>
            </a:r>
            <a:endParaRPr lang="ko-KR" altLang="en-US" sz="72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선한 능력으로 일어서리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주만 의지하리 믿음으로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우리 고대하네 주 오실 그 날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영광의 새 날을 맞이하리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간주</a:t>
            </a:r>
          </a:p>
        </p:txBody>
      </p:sp>
    </p:spTree>
    <p:extLst>
      <p:ext uri="{BB962C8B-B14F-4D97-AF65-F5344CB8AC3E}">
        <p14:creationId xmlns:p14="http://schemas.microsoft.com/office/powerpoint/2010/main" val="3976316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A2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이전의 괴로움 날 에워싸고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고난의 길을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걷는다해도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주님께 모두 맡긴 우리 영혼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끝내 승리의 날을 맞으리</a:t>
            </a:r>
          </a:p>
        </p:txBody>
      </p:sp>
    </p:spTree>
    <p:extLst>
      <p:ext uri="{BB962C8B-B14F-4D97-AF65-F5344CB8AC3E}">
        <p14:creationId xmlns:p14="http://schemas.microsoft.com/office/powerpoint/2010/main" val="2924483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선한 능력으로 일어서리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주만 의지하리 믿음으로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우리 고대하네 주 오실 그 날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영광의 새 날을 맞이하리</a:t>
            </a:r>
          </a:p>
        </p:txBody>
      </p:sp>
    </p:spTree>
    <p:extLst>
      <p:ext uri="{BB962C8B-B14F-4D97-AF65-F5344CB8AC3E}">
        <p14:creationId xmlns:p14="http://schemas.microsoft.com/office/powerpoint/2010/main" val="3925056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A3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chemeClr val="bg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주님이 마신 고난의 쓴 잔을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chemeClr val="bg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chemeClr val="bg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우리도 감사하며 받으리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chemeClr val="bg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chemeClr val="bg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주님의 남은 고난 채워가며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chemeClr val="bg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chemeClr val="bg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예수와 복음 위해 살리라</a:t>
            </a:r>
          </a:p>
        </p:txBody>
      </p:sp>
    </p:spTree>
    <p:extLst>
      <p:ext uri="{BB962C8B-B14F-4D97-AF65-F5344CB8AC3E}">
        <p14:creationId xmlns:p14="http://schemas.microsoft.com/office/powerpoint/2010/main" val="878813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선한 능력으로 일어서리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주만 의지하리 믿음으로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우리 고대하네 주 오실 그 날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영광의 새 날을 맞이하리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en-US" altLang="ko-KR" sz="60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X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2~3 </a:t>
            </a:r>
            <a:r>
              <a:rPr lang="ko-KR" altLang="en-US" sz="60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마지막 목소리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  <a:endParaRPr lang="ko-KR" altLang="en-US" sz="72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3035020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