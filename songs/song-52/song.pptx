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5" r:id="rId1"/>
  </p:sldMasterIdLst>
  <p:sldIdLst>
    <p:sldId id="256" r:id="rId56"/>
    <p:sldId id="257" r:id="rId57"/>
    <p:sldId id="258" r:id="rId58"/>
    <p:sldId id="259" r:id="rId59"/>
    <p:sldId id="260" r:id="rId60"/>
    <p:sldId id="261" r:id="rId6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13" autoAdjust="0"/>
    <p:restoredTop sz="94660"/>
  </p:normalViewPr>
  <p:slideViewPr>
    <p:cSldViewPr snapToGrid="0">
      <p:cViewPr>
        <p:scale>
          <a:sx n="80" d="100"/>
          <a:sy n="80" d="100"/>
        </p:scale>
        <p:origin x="2176" y="1208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5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56" Type="http://schemas.openxmlformats.org/officeDocument/2006/relationships/slide" Target="slides/slide1.xml"/><Relationship Id="rId57" Type="http://schemas.openxmlformats.org/officeDocument/2006/relationships/slide" Target="slides/slide2.xml"/><Relationship Id="rId58" Type="http://schemas.openxmlformats.org/officeDocument/2006/relationships/slide" Target="slides/slide3.xml"/><Relationship Id="rId59" Type="http://schemas.openxmlformats.org/officeDocument/2006/relationships/slide" Target="slides/slide4.xml"/><Relationship Id="rId60" Type="http://schemas.openxmlformats.org/officeDocument/2006/relationships/slide" Target="slides/slide5.xml"/><Relationship Id="rId61" Type="http://schemas.openxmlformats.org/officeDocument/2006/relationships/slide" Target="slides/slide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>
              <a:defRPr/>
            </a:pPr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1_Office 테마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ransition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105B0-816D-7516-79A4-F93E382A0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8DD28C-9431-A316-71EE-8B00B401550A}"/>
              </a:ext>
            </a:extLst>
          </p:cNvPr>
          <p:cNvSpPr txBox="1"/>
          <p:nvPr/>
        </p:nvSpPr>
        <p:spPr>
          <a:xfrm>
            <a:off x="0" y="1210272"/>
            <a:ext cx="12192000" cy="4437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6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예수 이름 </a:t>
            </a:r>
            <a:r>
              <a:rPr kumimoji="0" lang="ko-KR" altLang="en-US" sz="9600" b="1" i="0" u="none" strike="noStrike" kern="1200" cap="none" spc="-300" normalizeH="0" baseline="0" noProof="0" dirty="0" err="1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높이세</a:t>
            </a:r>
            <a:endParaRPr kumimoji="0" lang="en-US" altLang="ko-KR" sz="96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00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0011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0F090-9124-2A79-179C-D15E9AE1F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0973BA-F09B-1891-FD41-3D2F38CA528A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54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A1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54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수 많은 무리들 줄지어</a:t>
            </a:r>
            <a:endParaRPr lang="en-US" altLang="ko-KR" sz="54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54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그 분을 보기 위해 따르네</a:t>
            </a:r>
            <a:endParaRPr lang="en-US" altLang="ko-KR" sz="54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54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평범한 </a:t>
            </a:r>
            <a:r>
              <a:rPr lang="ko-KR" altLang="en-US" sz="54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목수이신</a:t>
            </a:r>
            <a:r>
              <a:rPr lang="ko-KR" altLang="en-US" sz="54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그 분 앞에</a:t>
            </a:r>
            <a:endParaRPr lang="en-US" altLang="ko-KR" sz="54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54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모든 무릎이 꿇어 경배하네</a:t>
            </a:r>
            <a:endParaRPr lang="en-US" altLang="ko-KR" sz="54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54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05752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504DE-BA13-98A4-9D82-5D7E4AF8A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0BB696-9F9D-957E-92B9-A50D4B8FF8BC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54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A1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54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모든 문제들 하나하나</a:t>
            </a:r>
            <a:endParaRPr lang="en-US" altLang="ko-KR" sz="54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54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죽음 까지도 힘을 잃고</a:t>
            </a:r>
            <a:endParaRPr lang="en-US" altLang="ko-KR" sz="54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54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생명의 근원되신 예수 이름 앞에</a:t>
            </a:r>
            <a:endParaRPr lang="en-US" altLang="ko-KR" sz="54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54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모든 권세들 굴복하네</a:t>
            </a:r>
            <a:endParaRPr lang="en-US" altLang="ko-KR" sz="54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89789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FC553-FD4C-B477-15E4-A6F288B28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083F10-93BE-CACF-1561-29AA77FFB9B4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4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B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54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예수 이름 </a:t>
            </a:r>
            <a:r>
              <a:rPr lang="ko-KR" altLang="en-US" sz="54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높이세</a:t>
            </a:r>
            <a:r>
              <a:rPr lang="ko-KR" altLang="en-US" sz="54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kumimoji="0" lang="ko-KR" altLang="en-US" sz="54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능력의 그 이름</a:t>
            </a:r>
            <a:endParaRPr kumimoji="0" lang="en-US" altLang="ko-KR" sz="54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54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예수 이름 </a:t>
            </a:r>
            <a:r>
              <a:rPr lang="ko-KR" altLang="en-US" sz="54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높이세</a:t>
            </a:r>
            <a:r>
              <a:rPr lang="ko-KR" altLang="en-US" sz="54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kumimoji="0" lang="ko-KR" altLang="en-US" sz="54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구원의 그 이름</a:t>
            </a:r>
            <a:endParaRPr kumimoji="0" lang="en-US" altLang="ko-KR" sz="54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54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예수 이름을 부르는 자</a:t>
            </a:r>
            <a:endParaRPr lang="en-US" altLang="ko-KR" sz="54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4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예수 이름을 </a:t>
            </a:r>
            <a:r>
              <a:rPr kumimoji="0" lang="ko-KR" altLang="en-US" sz="5400" b="1" i="0" u="none" strike="noStrike" kern="1200" cap="none" spc="-300" normalizeH="0" baseline="0" noProof="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믿는자</a:t>
            </a:r>
            <a:endParaRPr kumimoji="0" lang="en-US" altLang="ko-KR" sz="54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54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예수 이름 앞에 </a:t>
            </a:r>
            <a:r>
              <a:rPr lang="ko-KR" altLang="en-US" sz="54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나오는자</a:t>
            </a:r>
            <a:r>
              <a:rPr lang="ko-KR" altLang="en-US" sz="54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복이 </a:t>
            </a:r>
            <a:r>
              <a:rPr lang="ko-KR" altLang="en-US" sz="54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있도다</a:t>
            </a:r>
            <a:endParaRPr kumimoji="0" lang="en-US" altLang="ko-KR" sz="54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9783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94EE1-F060-98D7-0D60-976B473F1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948564-E886-764E-62C3-2AC1901F23A4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54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A2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54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나의 계획이 실패하고</a:t>
            </a:r>
            <a:endParaRPr lang="en-US" altLang="ko-KR" sz="54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54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나의 소망이 </a:t>
            </a:r>
            <a:r>
              <a:rPr lang="ko-KR" altLang="en-US" sz="54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끊어질때</a:t>
            </a:r>
            <a:endParaRPr lang="en-US" altLang="ko-KR" sz="54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54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삶의 </a:t>
            </a:r>
            <a:r>
              <a:rPr lang="ko-KR" altLang="en-US" sz="54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주관자</a:t>
            </a:r>
            <a:r>
              <a:rPr lang="ko-KR" altLang="en-US" sz="54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되신 그 분 앞에</a:t>
            </a:r>
            <a:endParaRPr lang="en-US" altLang="ko-KR" sz="54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54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나의 무릎을 꿇어 경배하네</a:t>
            </a:r>
            <a:endParaRPr lang="en-US" altLang="ko-KR" sz="54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09623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967AB-5BC1-3A0D-700B-D07243FE5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F33AF81-D569-8C10-E59A-010560EDE520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54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A2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54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나의 삶을 그 분께 맡길 때</a:t>
            </a:r>
            <a:endParaRPr lang="en-US" altLang="ko-KR" sz="54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54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비로소 나의 마음 평안해</a:t>
            </a:r>
            <a:endParaRPr lang="en-US" altLang="ko-KR" sz="54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54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구원의 </a:t>
            </a:r>
            <a:r>
              <a:rPr lang="ko-KR" altLang="en-US" sz="54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반석되신</a:t>
            </a:r>
            <a:r>
              <a:rPr lang="ko-KR" altLang="en-US" sz="54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예수 이름을</a:t>
            </a:r>
            <a:endParaRPr lang="en-US" altLang="ko-KR" sz="54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54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소리 </a:t>
            </a:r>
            <a:r>
              <a:rPr lang="ko-KR" altLang="en-US" sz="5400" b="1" spc="-30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높여 찬송하네</a:t>
            </a:r>
            <a:endParaRPr lang="en-US" altLang="ko-KR" sz="54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4679467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PresentationFormat>와이드스크린</PresentationFormat>
  <Slides>0</Slides>
  <Notes>0</Notes>
  <HiddenSlides>0</HiddenSlide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찬양 콘티</dc:title>
  <dc:creator>lyrics-generator</dc:creator>
</cp:coreProperties>
</file>