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2A882-26BA-4096-1778-95022CEE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E5A641-3402-3109-F79B-73405A57EFD3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지금은 엘리야 때처럼</a:t>
            </a:r>
          </a:p>
        </p:txBody>
      </p:sp>
    </p:spTree>
    <p:extLst>
      <p:ext uri="{BB962C8B-B14F-4D97-AF65-F5344CB8AC3E}">
        <p14:creationId xmlns:p14="http://schemas.microsoft.com/office/powerpoint/2010/main" val="2136626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D7BF2-CE47-84D8-FCD9-2105FCF36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AD2562-892B-58A2-4669-0547EEE447B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보라 주님 구름 타시고 나팔 불 때에 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다시 오시네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모두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외치세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이는 은혜의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해니</a:t>
            </a:r>
            <a:endParaRPr kumimoji="0" lang="ko-KR" altLang="en-US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시온에서 구원이 임하네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052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3F5D7-9606-BB01-3F1D-924752D7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F51796-4ACB-79BC-9D14-35F03419B7D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A1 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지금은 엘리야 때처럼 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말씀이 선포되고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또 주의 종 모세의 때와 같이 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언약이 성취되네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비록 전쟁과 기근과 핍박 환난 날이 다가와도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우리는 광야의 외치는 소리 주의 길을 예비하라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259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E7614-F5F8-9DA8-5423-45B1D4C19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7A686-A109-9495-600E-CB73204D1DF9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보라 주님 구름 타시고 나팔 불 때에 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다시 오시네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모두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외치세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이는 은혜의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해니</a:t>
            </a:r>
            <a:endParaRPr kumimoji="0" lang="ko-KR" altLang="en-US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시온에서 구원이 임하네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109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EF415-2B7E-1EC1-73FF-2C054A802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2B8A2E-CE7C-D2D2-9991-5E61B9E4F042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2721369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493C-7C15-9106-8C7D-229BE04F8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E65546-2756-8BBC-25CA-B6206AA16E1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A2 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또 에스겔의 환상처럼 마른 뼈가 살아나며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또 주의 종 다윗의 때와 같이 예배가 회복되네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추수할 때가 이르러 들판은 희어졌네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우리는 추수할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일꾼되어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주 말씀을 선포하리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52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10ED-4CAA-2486-D77C-45B2E0F2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922CD7-25FC-A552-1D9F-0B7B2EF4935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Bx3 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보라 주님 구름 타시고 나팔 불 때에 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다시 오시네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모두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외치세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이는 은혜의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해니</a:t>
            </a:r>
            <a:endParaRPr kumimoji="0" lang="ko-KR" altLang="en-US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시온에서 구원이 임하네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51881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