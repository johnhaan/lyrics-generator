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우리는 주의 움직이는 교회</a:t>
            </a:r>
            <a:endParaRPr sz="9600" b="1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6"/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 우리는 주의 움직이는 교회 이곳은 주님을 위한 자리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내가 기도하는 모든 땅위에서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하나님 예배받을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그날을 고대하네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7"/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7200" b="1">
                <a:solidFill>
                  <a:srgbClr val="FFFFFF"/>
                </a:solidFill>
              </a:rPr>
              <a:t>1 나의 노래로 주님의 성전을 지으리 높임을 받으소서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이스라엘의 찬송중 거하신 주님은 거룩하십니다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48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04faeed8_0_16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7200" b="1">
                <a:solidFill>
                  <a:srgbClr val="FFFFFF"/>
                </a:solidFill>
              </a:rPr>
              <a:t>1 두손들어 주님의 보좌를 만들고 온맘다해 경배하리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그룹날개 사이에 임하신 것처럼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내위에 임하소서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80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8000" b="1">
                <a:solidFill>
                  <a:srgbClr val="FFFF00"/>
                </a:solidFill>
              </a:rPr>
              <a:t>int </a:t>
            </a:r>
            <a:r>
              <a:rPr lang="ko-KR" sz="80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04faeed8_0_20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 우리는 주의 움직이는 교회 이곳은 주님을 위한 자리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내가 기도하는 모든 땅위에서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하나님 예배받을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그날을 고대하네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04faeed8_0_28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7200" b="1">
                <a:solidFill>
                  <a:srgbClr val="FFFFFF"/>
                </a:solidFill>
              </a:rPr>
              <a:t>1 나의 노래로 주님의 성전을 지으리 높임을 받으소서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이스라엘의 찬송중 거하신 주님은 거룩하십니다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48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204faeed8_0_24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7200" b="1">
                <a:solidFill>
                  <a:srgbClr val="FFFFFF"/>
                </a:solidFill>
              </a:rPr>
              <a:t>1 두손들어 주님의 보좌를 만들고 온맘다해 경배하리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그룹날개 사이에 임하신 것처럼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내위에 임하소서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72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sz="7200" b="1">
                <a:solidFill>
                  <a:srgbClr val="FFFF00"/>
                </a:solidFill>
              </a:rPr>
              <a:t>x2</a:t>
            </a:r>
            <a:r>
              <a:rPr lang="ko-KR" sz="72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72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204faeed8_0_32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7000" b="1" dirty="0">
                <a:solidFill>
                  <a:srgbClr val="FFFFFF"/>
                </a:solidFill>
              </a:rPr>
              <a:t>2 </a:t>
            </a:r>
            <a:endParaRPr lang="en-US" altLang="ko-KR" sz="70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000" b="1" dirty="0">
                <a:solidFill>
                  <a:srgbClr val="FFFFFF"/>
                </a:solidFill>
              </a:rPr>
              <a:t>하나님 우리가 이곳에 섰으니  </a:t>
            </a:r>
            <a:r>
              <a:rPr lang="ko-KR" sz="7200" b="1" dirty="0" err="1">
                <a:solidFill>
                  <a:srgbClr val="FFFFFF"/>
                </a:solidFill>
              </a:rPr>
              <a:t>이땅을</a:t>
            </a:r>
            <a:r>
              <a:rPr lang="ko-KR" sz="7200" b="1" dirty="0">
                <a:solidFill>
                  <a:srgbClr val="FFFFFF"/>
                </a:solidFill>
              </a:rPr>
              <a:t> </a:t>
            </a:r>
            <a:r>
              <a:rPr lang="ko-KR" sz="7200" b="1" dirty="0" err="1">
                <a:solidFill>
                  <a:srgbClr val="FFFFFF"/>
                </a:solidFill>
              </a:rPr>
              <a:t>치유하소서</a:t>
            </a:r>
            <a:endParaRPr sz="72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dirty="0">
                <a:solidFill>
                  <a:srgbClr val="FFFFFF"/>
                </a:solidFill>
              </a:rPr>
              <a:t>   하나님 우리가 어디에</a:t>
            </a:r>
            <a:r>
              <a:rPr lang="en-US" altLang="ko-KR" sz="7200" b="1" dirty="0">
                <a:solidFill>
                  <a:srgbClr val="FFFFFF"/>
                </a:solidFill>
              </a:rPr>
              <a:t> </a:t>
            </a:r>
            <a:r>
              <a:rPr lang="ko-KR" altLang="en-US" sz="7200" b="1" dirty="0">
                <a:solidFill>
                  <a:srgbClr val="FFFFFF"/>
                </a:solidFill>
              </a:rPr>
              <a:t>있</a:t>
            </a:r>
            <a:r>
              <a:rPr lang="ko-KR" sz="7200" b="1" dirty="0">
                <a:solidFill>
                  <a:srgbClr val="FFFFFF"/>
                </a:solidFill>
              </a:rPr>
              <a:t>든지</a:t>
            </a:r>
            <a:r>
              <a:rPr lang="en-US" altLang="ko-KR" sz="7200" b="1" dirty="0">
                <a:solidFill>
                  <a:srgbClr val="FFFFFF"/>
                </a:solidFill>
              </a:rPr>
              <a:t> </a:t>
            </a:r>
            <a:r>
              <a:rPr lang="ko-KR" sz="7200" b="1" dirty="0">
                <a:solidFill>
                  <a:srgbClr val="FFFFFF"/>
                </a:solidFill>
              </a:rPr>
              <a:t>주를 높이리다</a:t>
            </a:r>
            <a:endParaRPr sz="72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5000" b="1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204faeed8_0_36"/>
          <p:cNvSpPr txBox="1"/>
          <p:nvPr/>
        </p:nvSpPr>
        <p:spPr>
          <a:xfrm>
            <a:off x="0" y="514408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6700" b="1">
                <a:solidFill>
                  <a:srgbClr val="FFFFFF"/>
                </a:solidFill>
              </a:rPr>
              <a:t>2 열방들아 주님을 송축할지어다</a:t>
            </a:r>
            <a:endParaRPr sz="67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000" b="1">
                <a:solidFill>
                  <a:srgbClr val="FFFFFF"/>
                </a:solidFill>
              </a:rPr>
              <a:t>그발아래 입맞추라</a:t>
            </a:r>
            <a:endParaRPr sz="7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000" b="1">
                <a:solidFill>
                  <a:srgbClr val="FFFFFF"/>
                </a:solidFill>
              </a:rPr>
              <a:t>영원한 통치자 주 예수 그리스도</a:t>
            </a:r>
            <a:endParaRPr sz="7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000" b="1">
                <a:solidFill>
                  <a:srgbClr val="FFFFFF"/>
                </a:solidFill>
              </a:rPr>
              <a:t>그는 위대하신 왕</a:t>
            </a:r>
            <a:endParaRPr sz="7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72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sz="7200" b="1">
                <a:solidFill>
                  <a:srgbClr val="FFFF00"/>
                </a:solidFill>
              </a:rPr>
              <a:t>x2</a:t>
            </a:r>
            <a:r>
              <a:rPr lang="ko-KR" sz="72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72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