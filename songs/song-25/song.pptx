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204faeed8_0_104"/>
          <p:cNvSpPr txBox="1"/>
          <p:nvPr/>
        </p:nvSpPr>
        <p:spPr>
          <a:xfrm>
            <a:off x="145774" y="1210272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600"/>
              <a:buFont typeface="Arial"/>
              <a:buNone/>
            </a:pPr>
            <a:r>
              <a:rPr lang="ko-KR" sz="9600" b="1" dirty="0">
                <a:solidFill>
                  <a:srgbClr val="FFFF00"/>
                </a:solidFill>
              </a:rPr>
              <a:t>민족의 가슴마다</a:t>
            </a:r>
            <a:endParaRPr sz="9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3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 민족의 가슴마다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피 묻은 그리스도를 심어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이땅에 푸르고 푸른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그리스도의 계절이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오게 하소서 오게 하소서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Malgun Gothic"/>
              <a:buNone/>
            </a:pPr>
            <a:endParaRPr sz="7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204faeed8_0_108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 이땅에 하나님의 나라가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이뤄지게 하옵소서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모든 사람의 마음과 교회와 가정에도 하나님 나라가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임하게 하여주소서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Malgun Gothic"/>
              <a:buNone/>
            </a:pPr>
            <a:endParaRPr sz="7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4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ko-KR" sz="6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6500" b="1" dirty="0">
                <a:solidFill>
                  <a:srgbClr val="FFFFFF"/>
                </a:solidFill>
              </a:rPr>
              <a:t>주의 청년들이 </a:t>
            </a:r>
            <a:endParaRPr lang="en-US" altLang="ko-KR" sz="65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500" b="1" dirty="0">
                <a:solidFill>
                  <a:srgbClr val="FFFFFF"/>
                </a:solidFill>
              </a:rPr>
              <a:t>예수의 꿈을 꾸고 </a:t>
            </a:r>
            <a:endParaRPr sz="65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900" b="1" dirty="0">
                <a:solidFill>
                  <a:srgbClr val="FFFFFF"/>
                </a:solidFill>
              </a:rPr>
              <a:t>인류</a:t>
            </a:r>
            <a:r>
              <a:rPr lang="en-US" altLang="ko-KR" sz="6900" b="1" dirty="0">
                <a:solidFill>
                  <a:srgbClr val="FFFFFF"/>
                </a:solidFill>
              </a:rPr>
              <a:t> </a:t>
            </a:r>
            <a:r>
              <a:rPr lang="ko-KR" sz="6900" b="1" dirty="0">
                <a:solidFill>
                  <a:srgbClr val="FFFFFF"/>
                </a:solidFill>
              </a:rPr>
              <a:t>구원의 </a:t>
            </a:r>
            <a:endParaRPr lang="en-US" altLang="ko-KR" sz="69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900" b="1" dirty="0">
                <a:solidFill>
                  <a:srgbClr val="FFFFFF"/>
                </a:solidFill>
              </a:rPr>
              <a:t>환상을 보게 하소서</a:t>
            </a:r>
            <a:endParaRPr sz="69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4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FFFFFF"/>
              </a:buClr>
              <a:buSzPts val="7200"/>
            </a:pPr>
            <a:r>
              <a:rPr lang="ko-KR" altLang="en-US" sz="6600" b="1" dirty="0" err="1">
                <a:solidFill>
                  <a:srgbClr val="FFFFFF"/>
                </a:solidFill>
              </a:rPr>
              <a:t>한손에</a:t>
            </a:r>
            <a:r>
              <a:rPr lang="ko-KR" altLang="en-US" sz="6600" b="1" dirty="0">
                <a:solidFill>
                  <a:srgbClr val="FFFFFF"/>
                </a:solidFill>
              </a:rPr>
              <a:t> </a:t>
            </a:r>
            <a:r>
              <a:rPr lang="ko-KR" altLang="en-US" sz="6600" b="1" dirty="0" err="1">
                <a:solidFill>
                  <a:srgbClr val="FFFFFF"/>
                </a:solidFill>
              </a:rPr>
              <a:t>복음들고</a:t>
            </a:r>
            <a:r>
              <a:rPr lang="ko-KR" altLang="en-US" sz="6600" b="1" dirty="0">
                <a:solidFill>
                  <a:srgbClr val="FFFFFF"/>
                </a:solidFill>
              </a:rPr>
              <a:t>  </a:t>
            </a:r>
          </a:p>
          <a:p>
            <a:pPr lvl="0" algn="ctr">
              <a:buClr>
                <a:srgbClr val="FFFFFF"/>
              </a:buClr>
              <a:buSzPts val="7200"/>
            </a:pPr>
            <a:r>
              <a:rPr lang="ko-KR" altLang="en-US" sz="6600" b="1" dirty="0" err="1">
                <a:solidFill>
                  <a:srgbClr val="FFFFFF"/>
                </a:solidFill>
              </a:rPr>
              <a:t>한손에</a:t>
            </a:r>
            <a:r>
              <a:rPr lang="ko-KR" altLang="en-US" sz="6600" b="1" dirty="0">
                <a:solidFill>
                  <a:srgbClr val="FFFFFF"/>
                </a:solidFill>
              </a:rPr>
              <a:t> 사랑을 들고 </a:t>
            </a:r>
          </a:p>
          <a:p>
            <a:pPr lvl="0" algn="ctr">
              <a:buClr>
                <a:srgbClr val="FFFFFF"/>
              </a:buClr>
              <a:buSzPts val="7200"/>
            </a:pPr>
            <a:r>
              <a:rPr lang="ko-KR" altLang="en-US" sz="6600" b="1" dirty="0">
                <a:solidFill>
                  <a:srgbClr val="FFFFFF"/>
                </a:solidFill>
              </a:rPr>
              <a:t>온 땅 구석구석 누비는 </a:t>
            </a:r>
            <a:endParaRPr lang="en-US" altLang="ko-KR" sz="6600" b="1" dirty="0">
              <a:solidFill>
                <a:srgbClr val="FFFFFF"/>
              </a:solidFill>
            </a:endParaRPr>
          </a:p>
          <a:p>
            <a:pPr lvl="0" algn="ctr">
              <a:buClr>
                <a:srgbClr val="FFFFFF"/>
              </a:buClr>
              <a:buSzPts val="7200"/>
            </a:pPr>
            <a:r>
              <a:rPr lang="ko-KR" altLang="en-US" sz="6600" b="1" dirty="0">
                <a:solidFill>
                  <a:srgbClr val="FFFFFF"/>
                </a:solidFill>
              </a:rPr>
              <a:t>나라 되게  하소서</a:t>
            </a:r>
          </a:p>
        </p:txBody>
      </p:sp>
    </p:spTree>
    <p:extLst>
      <p:ext uri="{BB962C8B-B14F-4D97-AF65-F5344CB8AC3E}">
        <p14:creationId xmlns:p14="http://schemas.microsoft.com/office/powerpoint/2010/main" val="743961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204faeed8_0_112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 민족의 가슴마다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피 묻은 그리스도를 심어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이땅에 푸르고 푸른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그리스도의 계절이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오게 하소서 오게 하소서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Malgun Gothic"/>
              <a:buNone/>
            </a:pPr>
            <a:endParaRPr sz="7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4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ko-KR" sz="6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6500" b="1" dirty="0">
                <a:solidFill>
                  <a:srgbClr val="FFFFFF"/>
                </a:solidFill>
              </a:rPr>
              <a:t>주의 청년들이 </a:t>
            </a:r>
            <a:endParaRPr lang="en-US" altLang="ko-KR" sz="65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500" b="1" dirty="0">
                <a:solidFill>
                  <a:srgbClr val="FFFFFF"/>
                </a:solidFill>
              </a:rPr>
              <a:t>예수의 꿈을 꾸고 </a:t>
            </a:r>
            <a:endParaRPr sz="65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900" b="1" dirty="0">
                <a:solidFill>
                  <a:srgbClr val="FFFFFF"/>
                </a:solidFill>
              </a:rPr>
              <a:t>인류</a:t>
            </a:r>
            <a:r>
              <a:rPr lang="en-US" altLang="ko-KR" sz="6900" b="1" dirty="0">
                <a:solidFill>
                  <a:srgbClr val="FFFFFF"/>
                </a:solidFill>
              </a:rPr>
              <a:t> </a:t>
            </a:r>
            <a:r>
              <a:rPr lang="ko-KR" sz="6900" b="1" dirty="0">
                <a:solidFill>
                  <a:srgbClr val="FFFFFF"/>
                </a:solidFill>
              </a:rPr>
              <a:t>구원의 </a:t>
            </a:r>
            <a:endParaRPr lang="en-US" altLang="ko-KR" sz="69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900" b="1" dirty="0">
                <a:solidFill>
                  <a:srgbClr val="FFFFFF"/>
                </a:solidFill>
              </a:rPr>
              <a:t>환상을 보게 하소서</a:t>
            </a:r>
            <a:endParaRPr sz="69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 sz="1700" dirty="0"/>
          </a:p>
        </p:txBody>
      </p:sp>
    </p:spTree>
    <p:extLst>
      <p:ext uri="{BB962C8B-B14F-4D97-AF65-F5344CB8AC3E}">
        <p14:creationId xmlns:p14="http://schemas.microsoft.com/office/powerpoint/2010/main" val="941435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4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FFFFFF"/>
              </a:buClr>
              <a:buSzPts val="7200"/>
            </a:pPr>
            <a:r>
              <a:rPr lang="ko-KR" altLang="en-US" sz="6600" b="1" dirty="0" err="1">
                <a:solidFill>
                  <a:srgbClr val="FFFFFF"/>
                </a:solidFill>
              </a:rPr>
              <a:t>한손에</a:t>
            </a:r>
            <a:r>
              <a:rPr lang="ko-KR" altLang="en-US" sz="6600" b="1" dirty="0">
                <a:solidFill>
                  <a:srgbClr val="FFFFFF"/>
                </a:solidFill>
              </a:rPr>
              <a:t> </a:t>
            </a:r>
            <a:r>
              <a:rPr lang="ko-KR" altLang="en-US" sz="6600" b="1" dirty="0" err="1">
                <a:solidFill>
                  <a:srgbClr val="FFFFFF"/>
                </a:solidFill>
              </a:rPr>
              <a:t>복음들고</a:t>
            </a:r>
            <a:r>
              <a:rPr lang="ko-KR" altLang="en-US" sz="6600" b="1" dirty="0">
                <a:solidFill>
                  <a:srgbClr val="FFFFFF"/>
                </a:solidFill>
              </a:rPr>
              <a:t>  </a:t>
            </a:r>
          </a:p>
          <a:p>
            <a:pPr lvl="0" algn="ctr">
              <a:buClr>
                <a:srgbClr val="FFFFFF"/>
              </a:buClr>
              <a:buSzPts val="7200"/>
            </a:pPr>
            <a:r>
              <a:rPr lang="ko-KR" altLang="en-US" sz="6600" b="1" dirty="0" err="1">
                <a:solidFill>
                  <a:srgbClr val="FFFFFF"/>
                </a:solidFill>
              </a:rPr>
              <a:t>한손에</a:t>
            </a:r>
            <a:r>
              <a:rPr lang="ko-KR" altLang="en-US" sz="6600" b="1" dirty="0">
                <a:solidFill>
                  <a:srgbClr val="FFFFFF"/>
                </a:solidFill>
              </a:rPr>
              <a:t> 사랑을 들고 </a:t>
            </a:r>
          </a:p>
          <a:p>
            <a:pPr lvl="0" algn="ctr">
              <a:buClr>
                <a:srgbClr val="FFFFFF"/>
              </a:buClr>
              <a:buSzPts val="7200"/>
            </a:pPr>
            <a:r>
              <a:rPr lang="ko-KR" altLang="en-US" sz="6600" b="1" dirty="0">
                <a:solidFill>
                  <a:srgbClr val="FFFFFF"/>
                </a:solidFill>
              </a:rPr>
              <a:t>온 땅 구석구석 누비는 </a:t>
            </a:r>
            <a:endParaRPr lang="en-US" altLang="ko-KR" sz="6600" b="1" dirty="0">
              <a:solidFill>
                <a:srgbClr val="FFFFFF"/>
              </a:solidFill>
            </a:endParaRPr>
          </a:p>
          <a:p>
            <a:pPr lvl="0" algn="ctr">
              <a:buClr>
                <a:srgbClr val="FFFFFF"/>
              </a:buClr>
              <a:buSzPts val="7200"/>
            </a:pPr>
            <a:r>
              <a:rPr lang="ko-KR" altLang="en-US" sz="6600" b="1" dirty="0">
                <a:solidFill>
                  <a:srgbClr val="FFFFFF"/>
                </a:solidFill>
              </a:rPr>
              <a:t>나라 되게  하소서</a:t>
            </a:r>
          </a:p>
        </p:txBody>
      </p:sp>
    </p:spTree>
    <p:extLst>
      <p:ext uri="{BB962C8B-B14F-4D97-AF65-F5344CB8AC3E}">
        <p14:creationId xmlns:p14="http://schemas.microsoft.com/office/powerpoint/2010/main" val="411121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204faeed8_0_128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C 아버지여 고쳐주소서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이나라 주의 것 되게 하소서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주 하나님 간절히 기도 하오니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상한 이 땅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새롭게 하소서 </a:t>
            </a:r>
            <a:r>
              <a:rPr lang="ko-KR" sz="7200" b="1">
                <a:solidFill>
                  <a:srgbClr val="FFFF00"/>
                </a:solidFill>
              </a:rPr>
              <a:t>( X2 )</a:t>
            </a:r>
            <a:endParaRPr sz="7200" b="1">
              <a:solidFill>
                <a:srgbClr val="FFFF0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Malgun Gothic"/>
              <a:buNone/>
            </a:pPr>
            <a:endParaRPr sz="7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204faeed8_0_132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ko-KR" sz="6500" b="1">
                <a:solidFill>
                  <a:srgbClr val="FFFFFF"/>
                </a:solidFill>
              </a:rPr>
              <a:t>주의 청년들이 예수의 꿈을 꾸고 </a:t>
            </a:r>
            <a:endParaRPr sz="65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900" b="1">
                <a:solidFill>
                  <a:srgbClr val="FFFFFF"/>
                </a:solidFill>
              </a:rPr>
              <a:t>인류구원의 환상을 보게 하소서</a:t>
            </a:r>
            <a:endParaRPr sz="69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900" b="1">
                <a:solidFill>
                  <a:srgbClr val="FFFFFF"/>
                </a:solidFill>
              </a:rPr>
              <a:t>한손에 복음들고  </a:t>
            </a:r>
            <a:endParaRPr sz="69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900" b="1">
                <a:solidFill>
                  <a:srgbClr val="FFFFFF"/>
                </a:solidFill>
              </a:rPr>
              <a:t>한손에 사랑을 들고 </a:t>
            </a:r>
            <a:endParaRPr sz="69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800" b="1">
                <a:solidFill>
                  <a:srgbClr val="FFFFFF"/>
                </a:solidFill>
              </a:rPr>
              <a:t>온땅 구석구석 누비는 나라 되게  하소서</a:t>
            </a:r>
            <a:endParaRPr sz="6800" b="1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