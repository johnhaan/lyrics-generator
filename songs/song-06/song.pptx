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175F-1C23-5FFF-A15D-E880F1EF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CA4395-7AE4-DC41-B17A-2395C6692F08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친절한</a:t>
            </a: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팔에 </a:t>
            </a:r>
            <a:r>
              <a:rPr lang="ko-KR" altLang="en-US" sz="9600" b="1" spc="-300" dirty="0" err="1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안기세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70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89B1-0EA9-E21B-1869-29C3FAEA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34CB25-ECD3-A84E-0F37-F6CCE6D65696}"/>
              </a:ext>
            </a:extLst>
          </p:cNvPr>
          <p:cNvSpPr txBox="1"/>
          <p:nvPr/>
        </p:nvSpPr>
        <p:spPr>
          <a:xfrm>
            <a:off x="0" y="514408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A1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친절한 팔에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안기세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우리 맘이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평안하리니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항상 기쁘고 복이 되겠네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영원하신 팔에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안기세</a:t>
            </a:r>
            <a:endParaRPr kumimoji="0" lang="en-US" altLang="ko-KR" sz="48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71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89B1-0EA9-E21B-1869-29C3FAEA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34CB25-ECD3-A84E-0F37-F6CCE6D65696}"/>
              </a:ext>
            </a:extLst>
          </p:cNvPr>
          <p:cNvSpPr txBox="1"/>
          <p:nvPr/>
        </p:nvSpPr>
        <p:spPr>
          <a:xfrm>
            <a:off x="0" y="514408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B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팔에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 크신 팔에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안기세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팔에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영원하신 팔에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안기세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471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89B1-0EA9-E21B-1869-29C3FAEA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34CB25-ECD3-A84E-0F37-F6CCE6D65696}"/>
              </a:ext>
            </a:extLst>
          </p:cNvPr>
          <p:cNvSpPr txBox="1"/>
          <p:nvPr/>
        </p:nvSpPr>
        <p:spPr>
          <a:xfrm>
            <a:off x="0" y="514408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A2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날이 갈수록 주의 사랑이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두루 광명하게 비치고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천성 가는 길 편히 가리니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영원하신 팔에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안기세</a:t>
            </a:r>
            <a:endParaRPr kumimoji="0" lang="en-US" altLang="ko-KR" sz="48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471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689B1-0EA9-E21B-1869-29C3FAEA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34CB25-ECD3-A84E-0F37-F6CCE6D65696}"/>
              </a:ext>
            </a:extLst>
          </p:cNvPr>
          <p:cNvSpPr txBox="1"/>
          <p:nvPr/>
        </p:nvSpPr>
        <p:spPr>
          <a:xfrm>
            <a:off x="0" y="514408"/>
            <a:ext cx="12192000" cy="4437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A3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</a:t>
            </a: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보좌로 나아갈 때에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기뻐 찬미 소리 외치고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겁과 두려움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없어지리니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영원하신 팔에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안기세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471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