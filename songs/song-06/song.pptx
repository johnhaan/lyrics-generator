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95" r:id="rId1"/>
  </p:sldMasterIdLst>
  <p:sldIdLst>
    <p:sldId id="256" r:id="rId56"/>
    <p:sldId id="257" r:id="rId57"/>
    <p:sldId id="258" r:id="rId5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213" autoAdjust="0"/>
    <p:restoredTop sz="94660"/>
  </p:normalViewPr>
  <p:slideViewPr>
    <p:cSldViewPr snapToGrid="0">
      <p:cViewPr>
        <p:scale>
          <a:sx n="80" d="100"/>
          <a:sy n="80" d="100"/>
        </p:scale>
        <p:origin x="2176" y="1208"/>
      </p:cViewPr>
      <p:guideLst>
        <p:guide orient="horz" pos="2159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55" Type="http://schemas.openxmlformats.org/officeDocument/2006/relationships/tableStyles" Target="tableStyles.xml"/><Relationship Id="rId53" Type="http://schemas.openxmlformats.org/officeDocument/2006/relationships/viewProps" Target="viewProps.xml"/><Relationship Id="rId52" Type="http://schemas.openxmlformats.org/officeDocument/2006/relationships/presProps" Target="presProps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56" Type="http://schemas.openxmlformats.org/officeDocument/2006/relationships/slide" Target="slides/slide1.xml"/><Relationship Id="rId57" Type="http://schemas.openxmlformats.org/officeDocument/2006/relationships/slide" Target="slides/slide2.xml"/><Relationship Id="rId58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>
              <a:defRPr/>
            </a:pPr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 preserve="1">
  <p:cSld name="제목 및 내용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1_Office 테마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  <p:sldLayoutId id="2147483694" r:id="rId11"/>
  </p:sldLayoutIdLst>
  <p:transition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1210272"/>
            <a:ext cx="12192000" cy="4437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9600" b="1" spc="-300" dirty="0">
                <a:ln w="9525">
                  <a:solidFill>
                    <a:prstClr val="black"/>
                  </a:solidFill>
                </a:ln>
                <a:solidFill>
                  <a:srgbClr val="FFFF00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주 은혜라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635505"/>
            <a:ext cx="12192000" cy="546920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7200" b="1" spc="-30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A </a:t>
            </a: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주 은혜라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635505"/>
            <a:ext cx="12192000" cy="546920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7200" b="1" spc="-30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B</a:t>
            </a: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srgbClr val="FFFFFF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 주 은혜라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Macintosh PowerPoint</Application>
  <PresentationFormat>와이드스크린</PresentationFormat>
  <Slides>0</Slides>
  <Notes>0</Notes>
  <HiddenSlides>0</HiddenSlide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찬양 콘티</dc:title>
  <dc:creator>lyrics-generator</dc:creator>
</cp:coreProperties>
</file>