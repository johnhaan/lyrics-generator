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  <p:sldId id="264" r:id="rId64"/>
    <p:sldId id="265" r:id="rId65"/>
    <p:sldId id="266" r:id="rId66"/>
    <p:sldId id="267" r:id="rId67"/>
    <p:sldId id="268" r:id="rId6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Relationship Id="rId65" Type="http://schemas.openxmlformats.org/officeDocument/2006/relationships/slide" Target="slides/slide10.xml"/><Relationship Id="rId66" Type="http://schemas.openxmlformats.org/officeDocument/2006/relationships/slide" Target="slides/slide11.xml"/><Relationship Id="rId67" Type="http://schemas.openxmlformats.org/officeDocument/2006/relationships/slide" Target="slides/slide12.xml"/><Relationship Id="rId68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9600" b="1" spc="-30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/>
                <a:ea typeface="휴먼모음T"/>
              </a:rPr>
              <a:t>시편 </a:t>
            </a:r>
            <a:r>
              <a:rPr lang="en-US" altLang="ko-KR" sz="9600" b="1" spc="-30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/>
                <a:ea typeface="휴먼모음T"/>
              </a:rPr>
              <a:t>150</a:t>
            </a:r>
            <a:r>
              <a:rPr lang="ko-KR" altLang="en-US" sz="9600" b="1" spc="-30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/>
                <a:ea typeface="휴먼모음T"/>
              </a:rPr>
              <a:t>편</a:t>
            </a:r>
            <a:endParaRPr lang="ko-KR" altLang="en-US" sz="9600" b="1" spc="-300">
              <a:solidFill>
                <a:srgbClr val="ffff00"/>
              </a:solidFill>
              <a:latin typeface="휴먼모음T"/>
              <a:ea typeface="휴먼모음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65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할렐루야 그 성소에서 찬양하며</a:t>
            </a:r>
            <a:endParaRPr lang="ko-KR" altLang="en-US" sz="65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65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그의 권능의 궁창에서 찬양할지어다</a:t>
            </a:r>
            <a:endParaRPr lang="ko-KR" altLang="en-US" sz="65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65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그의 능하신 행동을 인하여 찬양하며</a:t>
            </a:r>
            <a:endParaRPr lang="ko-KR" altLang="en-US" sz="65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65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그의 지극히 광대하심을 좇아</a:t>
            </a:r>
            <a:endParaRPr lang="ko-KR" altLang="en-US" sz="65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65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찬양할지어다</a:t>
            </a:r>
            <a:endParaRPr lang="ko-KR" altLang="en-US" sz="65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ko-KR" altLang="en-US" sz="65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나팔 소리로 찬양하며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비파와 수금으로 찬양할지어다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소고치며 춤추며 찬양 할렐루야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현악과 퉁소로 찬양하며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모든 제금으로 찬양할지어다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호흡이 있는 자마다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할렐루야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</p:txBody>
      </p:sp>
    </p:spTree>
    <p:extLst>
      <p:ext uri="{BB962C8B-B14F-4D97-AF65-F5344CB8AC3E}">
        <p14:creationId xmlns:p14="http://schemas.microsoft.com/office/powerpoint/2010/main" val="2178246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65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할렐루야 그 성소에서 찬양하며</a:t>
            </a:r>
            <a:endParaRPr lang="ko-KR" altLang="en-US" sz="65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65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그의 권능의 궁창에서 찬양할지어다</a:t>
            </a:r>
            <a:endParaRPr lang="ko-KR" altLang="en-US" sz="65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65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그의 능하신 행동을 인하여 찬양하며</a:t>
            </a:r>
            <a:endParaRPr lang="ko-KR" altLang="en-US" sz="65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65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그의 지극히 광대하심을 좇아</a:t>
            </a:r>
            <a:endParaRPr lang="ko-KR" altLang="en-US" sz="65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65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찬양할지어다</a:t>
            </a:r>
            <a:endParaRPr lang="ko-KR" altLang="en-US" sz="65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ko-KR" altLang="en-US" sz="65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</p:txBody>
      </p:sp>
    </p:spTree>
    <p:extLst>
      <p:ext uri="{BB962C8B-B14F-4D97-AF65-F5344CB8AC3E}">
        <p14:creationId xmlns:p14="http://schemas.microsoft.com/office/powerpoint/2010/main" val="926424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나팔 소리로 찬양하며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비파와 수금으로 찬양할지어다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소고치며 춤추며 찬양 할렐루야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현악과 퉁소로 찬양하며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모든 제금으로 찬양할지어다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</p:txBody>
      </p:sp>
    </p:spTree>
    <p:extLst>
      <p:ext uri="{BB962C8B-B14F-4D97-AF65-F5344CB8AC3E}">
        <p14:creationId xmlns:p14="http://schemas.microsoft.com/office/powerpoint/2010/main" val="937549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호흡이 있는 자마다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할렐루야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</p:txBody>
      </p:sp>
    </p:spTree>
    <p:extLst>
      <p:ext uri="{BB962C8B-B14F-4D97-AF65-F5344CB8AC3E}">
        <p14:creationId xmlns:p14="http://schemas.microsoft.com/office/powerpoint/2010/main" val="2519932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나팔 소리로 찬양하며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비파와 수금으로 찬양할지어다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소고치며 춤추며 찬양 할렐루야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현악과 퉁소로 찬양하며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모든 제금으로 찬양할지어다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</p:txBody>
      </p:sp>
    </p:spTree>
    <p:extLst>
      <p:ext uri="{BB962C8B-B14F-4D97-AF65-F5344CB8AC3E}">
        <p14:creationId xmlns:p14="http://schemas.microsoft.com/office/powerpoint/2010/main" val="2812908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호흡이 있는 자마다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할렐루야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</p:txBody>
      </p:sp>
    </p:spTree>
    <p:extLst>
      <p:ext uri="{BB962C8B-B14F-4D97-AF65-F5344CB8AC3E}">
        <p14:creationId xmlns:p14="http://schemas.microsoft.com/office/powerpoint/2010/main" val="1013006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나팔 소리로 찬양하며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비파와 수금으로 찬양할지어다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소고치며 춤추며 찬양 할렐루야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현악과 퉁소로 찬양하며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모든 제금으로 찬양할지어다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</p:txBody>
      </p:sp>
    </p:spTree>
    <p:extLst>
      <p:ext uri="{BB962C8B-B14F-4D97-AF65-F5344CB8AC3E}">
        <p14:creationId xmlns:p14="http://schemas.microsoft.com/office/powerpoint/2010/main" val="220690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호흡이 있는 자마다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할렐루야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</p:txBody>
      </p:sp>
    </p:spTree>
    <p:extLst>
      <p:ext uri="{BB962C8B-B14F-4D97-AF65-F5344CB8AC3E}">
        <p14:creationId xmlns:p14="http://schemas.microsoft.com/office/powerpoint/2010/main" val="3569565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나팔 소리로 찬양하며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비파와 수금으로 찬양할지어다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소고치며 춤추며 찬양 할렐루야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현악과 퉁소로 찬양하며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모든 제금으로 찬양할지어다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</p:txBody>
      </p:sp>
    </p:spTree>
    <p:extLst>
      <p:ext uri="{BB962C8B-B14F-4D97-AF65-F5344CB8AC3E}">
        <p14:creationId xmlns:p14="http://schemas.microsoft.com/office/powerpoint/2010/main" val="4152496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호흡이 있는 자마다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/>
                <a:ea typeface="휴먼모음T"/>
              </a:rPr>
              <a:t>할렐루야</a:t>
            </a:r>
            <a:endParaRPr lang="ko-KR" altLang="en-US" sz="7200" b="1" spc="-30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/>
              <a:ea typeface="휴먼모음T"/>
            </a:endParaRPr>
          </a:p>
        </p:txBody>
      </p:sp>
    </p:spTree>
    <p:extLst>
      <p:ext uri="{BB962C8B-B14F-4D97-AF65-F5344CB8AC3E}">
        <p14:creationId xmlns:p14="http://schemas.microsoft.com/office/powerpoint/2010/main" val="1267342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