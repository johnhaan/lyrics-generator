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05B0-816D-7516-79A4-F93E382A0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8DD28C-9431-A316-71EE-8B00B401550A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당신은 영광의 왕</a:t>
            </a:r>
            <a:endParaRPr kumimoji="0" lang="en-US" altLang="ko-KR" sz="9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011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F090-9124-2A79-179C-D15E9AE1F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0973BA-F09B-1891-FD41-3D2F38CA528A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당신은 영광의 왕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당신은 평강의 왕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당신은 하늘과 땅의 주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당신은 정의의 아들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5752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FC553-FD4C-B477-15E4-A6F288B2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83F10-93BE-CACF-1561-29AA77FFB9B4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천사가 무릎 꿇고 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예배하고 찬송하네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영원한 생명 말씀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4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당신은 예수 그리스도 주</a:t>
            </a:r>
            <a:endParaRPr kumimoji="0" lang="en-US" altLang="ko-KR" sz="54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78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967AB-5BC1-3A0D-700B-D07243FE5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33AF81-D569-8C10-E59A-010560EDE520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호산나 다윗의 자손께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호산나 불러 왕 중의 왕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높은 하늘엔 영광을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4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예수 주 </a:t>
            </a:r>
            <a:r>
              <a:rPr lang="ko-KR" altLang="en-US" sz="54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메시아네</a:t>
            </a:r>
            <a:endParaRPr lang="en-US" altLang="ko-KR" sz="54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679467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