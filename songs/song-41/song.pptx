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반석이신 하나님</a:t>
            </a:r>
            <a:endParaRPr lang="en-US" altLang="ko-KR" sz="96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하나님 독생자 예수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반석이신 하나님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행하신 모든 것 완전하시니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생명되신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내게 행하신 일 찬양합니다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신실하신 하나님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실수가 없으신 좋으신 나의 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신실하신 하나님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실수가 없으신 좋으신 나의 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반석이신 하나님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행하신 모든 것 완전하시니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생명되신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내게 행하신 일 찬양합니다</a:t>
            </a:r>
          </a:p>
        </p:txBody>
      </p:sp>
    </p:spTree>
    <p:extLst>
      <p:ext uri="{BB962C8B-B14F-4D97-AF65-F5344CB8AC3E}">
        <p14:creationId xmlns:p14="http://schemas.microsoft.com/office/powerpoint/2010/main" val="17788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신실하신 하나님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실수가 없으신 좋으신 나의 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신실하신 하나님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실수가 없으신 좋으신 나의 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(X2~3)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617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C1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하나님의 독생자 예수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날 위하여 오시었네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죄 사하시려고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십자가 지셨으나 다시 사셨네</a:t>
            </a:r>
          </a:p>
        </p:txBody>
      </p:sp>
    </p:spTree>
    <p:extLst>
      <p:ext uri="{BB962C8B-B14F-4D97-AF65-F5344CB8AC3E}">
        <p14:creationId xmlns:p14="http://schemas.microsoft.com/office/powerpoint/2010/main" val="128822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D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살아계신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 나의 참된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두려움이 사라지네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사랑의 주 내 갈 길 인도하니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삶의 기쁨 늘 충만하네 </a:t>
            </a:r>
          </a:p>
        </p:txBody>
      </p:sp>
    </p:spTree>
    <p:extLst>
      <p:ext uri="{BB962C8B-B14F-4D97-AF65-F5344CB8AC3E}">
        <p14:creationId xmlns:p14="http://schemas.microsoft.com/office/powerpoint/2010/main" val="850420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C2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안에서 거듭난 우리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기뻐하며 찬양하리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가슴속에 넘치는 확신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우리의 가는 길에 소망 넘치네</a:t>
            </a:r>
          </a:p>
        </p:txBody>
      </p:sp>
    </p:spTree>
    <p:extLst>
      <p:ext uri="{BB962C8B-B14F-4D97-AF65-F5344CB8AC3E}">
        <p14:creationId xmlns:p14="http://schemas.microsoft.com/office/powerpoint/2010/main" val="755693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D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살아계신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 나의 참된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두려움이 사라지네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사랑의 주 내 갈 길 인도하니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삶의 기쁨 늘 충만하네 </a:t>
            </a:r>
          </a:p>
        </p:txBody>
      </p:sp>
    </p:spTree>
    <p:extLst>
      <p:ext uri="{BB962C8B-B14F-4D97-AF65-F5344CB8AC3E}">
        <p14:creationId xmlns:p14="http://schemas.microsoft.com/office/powerpoint/2010/main" val="173536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C3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선한 싸움 다 마친 후에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주님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뵈오리라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사망권세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다 물리치고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주님이 다스리니 영광 넘치네</a:t>
            </a:r>
          </a:p>
        </p:txBody>
      </p:sp>
    </p:spTree>
    <p:extLst>
      <p:ext uri="{BB962C8B-B14F-4D97-AF65-F5344CB8AC3E}">
        <p14:creationId xmlns:p14="http://schemas.microsoft.com/office/powerpoint/2010/main" val="1698896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D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살아계신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 나의 참된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두려움이 사라지네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｛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사랑의 주 내 갈 길 인도하니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삶의 기쁨 늘 충만하네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(X2~3)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24088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