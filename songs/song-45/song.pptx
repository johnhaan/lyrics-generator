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  <p:sldId id="264" r:id="rId6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Relationship Id="rId64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오라 우리가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A562-9E25-AF3E-D988-C5949B61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09A612-D5FE-C9BF-571E-CE60918DE5F0}"/>
              </a:ext>
            </a:extLst>
          </p:cNvPr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오라 우리가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여호와의 산에 올라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하나님의 전에 이르자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3282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37146-D77C-7108-746A-5A8CF6C56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F06BE3-2A5F-145C-6310-FF767A28F9AE}"/>
              </a:ext>
            </a:extLst>
          </p:cNvPr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오라 우리가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여호와의 산에 올라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하나님의 전에 이르자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389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E8F0E-68B0-28B6-7B13-6E23D5243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E08802-7EDF-420F-8737-4DECBAC609DE}"/>
              </a:ext>
            </a:extLst>
          </p:cNvPr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주님의 도를 배우고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주님의 길로 행하리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이는 율법이 시온에서 나오고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말씀은 예루살렘에서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2834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66563-C8DA-D627-D4DB-55E7282F1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A229F8-7E8B-6684-A29C-03986DA147AE}"/>
              </a:ext>
            </a:extLst>
          </p:cNvPr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오라 우리가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여호와의 산에 올라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하나님의 전에 이르자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6090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C5312-0482-58B2-894B-5CE93B0E5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59221A-CB65-96F0-CF83-6572C0044F1B}"/>
              </a:ext>
            </a:extLst>
          </p:cNvPr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오라 우리가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여호와의 산에 올라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하나님의 전에 이르자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0637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4E5A2-CDDF-51C2-7C1F-6D634A631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7796B2-6142-F3B0-A578-5B041CB96AB8}"/>
              </a:ext>
            </a:extLst>
          </p:cNvPr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주님의 도를 배우고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주님의 길로 행하리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이는 율법이 시온에서 나오고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말씀은 예루살렘에서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8508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0F51C-8882-FB10-CA67-4CB48D82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767A82-910E-6898-C3DE-6E0C236D0DA3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간주</a:t>
            </a:r>
          </a:p>
        </p:txBody>
      </p:sp>
    </p:spTree>
    <p:extLst>
      <p:ext uri="{BB962C8B-B14F-4D97-AF65-F5344CB8AC3E}">
        <p14:creationId xmlns:p14="http://schemas.microsoft.com/office/powerpoint/2010/main" val="3694361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1A878-49C8-868D-6895-454B30681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55072-D33B-3988-641E-006D1460FB8E}"/>
              </a:ext>
            </a:extLst>
          </p:cNvPr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주님의 도를 배우고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주님의 길로 행하리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이는 율법이 시온에서 나오고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말씀은 예루살렘에서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44967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