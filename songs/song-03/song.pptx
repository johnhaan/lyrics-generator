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95" r:id="rId1"/>
  </p:sldMasterIdLst>
  <p:sldIdLst>
    <p:sldId id="256" r:id="rId56"/>
    <p:sldId id="257" r:id="rId57"/>
    <p:sldId id="258" r:id="rId58"/>
    <p:sldId id="259" r:id="rId59"/>
    <p:sldId id="260" r:id="rId6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213" autoAdjust="0"/>
    <p:restoredTop sz="94660"/>
  </p:normalViewPr>
  <p:slideViewPr>
    <p:cSldViewPr snapToGrid="0">
      <p:cViewPr>
        <p:scale>
          <a:sx n="80" d="100"/>
          <a:sy n="80" d="100"/>
        </p:scale>
        <p:origin x="2176" y="1208"/>
      </p:cViewPr>
      <p:guideLst>
        <p:guide orient="horz" pos="2159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55" Type="http://schemas.openxmlformats.org/officeDocument/2006/relationships/tableStyles" Target="tableStyles.xml"/><Relationship Id="rId53" Type="http://schemas.openxmlformats.org/officeDocument/2006/relationships/viewProps" Target="viewProps.xml"/><Relationship Id="rId52" Type="http://schemas.openxmlformats.org/officeDocument/2006/relationships/presProps" Target="presProps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56" Type="http://schemas.openxmlformats.org/officeDocument/2006/relationships/slide" Target="slides/slide1.xml"/><Relationship Id="rId57" Type="http://schemas.openxmlformats.org/officeDocument/2006/relationships/slide" Target="slides/slide2.xml"/><Relationship Id="rId58" Type="http://schemas.openxmlformats.org/officeDocument/2006/relationships/slide" Target="slides/slide3.xml"/><Relationship Id="rId59" Type="http://schemas.openxmlformats.org/officeDocument/2006/relationships/slide" Target="slides/slide4.xml"/><Relationship Id="rId60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>
              <a:defRPr/>
            </a:pPr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 preserve="1">
  <p:cSld name="제목 및 내용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1_Office 테마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</p:sldLayoutIdLst>
  <p:transition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E4B84-1B5E-601E-899A-F11EB64C2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0C066CA-FC84-CDCA-AE0E-9877A07E17DB}"/>
              </a:ext>
            </a:extLst>
          </p:cNvPr>
          <p:cNvSpPr txBox="1"/>
          <p:nvPr/>
        </p:nvSpPr>
        <p:spPr>
          <a:xfrm>
            <a:off x="145774" y="1210272"/>
            <a:ext cx="12192000" cy="4437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600" b="1" spc="-300" dirty="0">
                <a:ln w="9525">
                  <a:solidFill>
                    <a:prstClr val="black"/>
                  </a:solidFill>
                </a:ln>
                <a:solidFill>
                  <a:srgbClr val="FFFF00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kumimoji="0" lang="en-US" altLang="ko-KR" sz="96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srgbClr val="FFFF00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. </a:t>
            </a:r>
            <a:r>
              <a:rPr kumimoji="0" lang="ko-Kore-KR" altLang="en-US" sz="96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srgbClr val="FFFF00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실로암</a:t>
            </a:r>
            <a:endParaRPr kumimoji="0" lang="en-US" altLang="ko-KR" sz="9600" b="1" i="0" u="none" strike="noStrike" kern="1200" cap="none" spc="0" normalizeH="0" baseline="0" noProof="0" dirty="0">
              <a:ln w="9525">
                <a:solidFill>
                  <a:prstClr val="black"/>
                </a:solidFill>
              </a:ln>
              <a:solidFill>
                <a:srgbClr val="FFFF00"/>
              </a:solidFill>
              <a:effectLst/>
              <a:uLnTx/>
              <a:uFillTx/>
              <a:latin typeface="휴먼모음T" panose="02030504000101010101" pitchFamily="18" charset="-127"/>
              <a:ea typeface="휴먼모음T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09994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4D09A-DBDC-6F69-BA66-DA0FD0A9F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116E30-8F09-5920-2EC1-2F1E37FF894A}"/>
              </a:ext>
            </a:extLst>
          </p:cNvPr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A1 </a:t>
            </a: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어두운 밤에 캄캄한 밤에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새벽을 찾아 떠난다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종이 울리고 닭이 울어도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내 눈에는 오직 </a:t>
            </a:r>
            <a:r>
              <a:rPr lang="ko-KR" altLang="en-US" sz="7200" b="1" spc="-300" dirty="0" err="1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밤이었소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72658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B2E82-8CF3-FDA2-CCDD-1EB7AAA27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4015F90-23A4-09A1-0553-10BD17B0DA41}"/>
              </a:ext>
            </a:extLst>
          </p:cNvPr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A2 </a:t>
            </a: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우리가 처음 만난 그 때는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차가운 </a:t>
            </a:r>
            <a:r>
              <a:rPr lang="ko-KR" altLang="en-US" sz="7200" b="1" spc="-300" dirty="0" err="1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새벽이었소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주님 맘 속에 사랑 있음을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나는 느낄 수가 </a:t>
            </a:r>
            <a:r>
              <a:rPr lang="ko-KR" altLang="en-US" sz="7200" b="1" spc="-300" dirty="0" err="1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있었소</a:t>
            </a: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76239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FF946-0C83-FEEB-8772-5023EE32C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4DC833-E434-2888-FFEE-ABE092A731A9}"/>
              </a:ext>
            </a:extLst>
          </p:cNvPr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B</a:t>
            </a: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 오 주여 당신께</a:t>
            </a:r>
            <a:r>
              <a:rPr lang="en-US" altLang="ko-KR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감사하리라 </a:t>
            </a:r>
            <a:r>
              <a:rPr lang="ko-KR" altLang="en-US" sz="7200" b="1" spc="-300" dirty="0" err="1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실로암</a:t>
            </a:r>
            <a:r>
              <a:rPr lang="en-US" altLang="ko-KR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내게 주심을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나에게 영원한 사랑 속에서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떠나지 않게 하소서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97261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A73E0-8744-6ABE-30A0-090B62C46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BF84B5B-8EE8-B21F-0B48-5F71350077DC}"/>
              </a:ext>
            </a:extLst>
          </p:cNvPr>
          <p:cNvSpPr txBox="1"/>
          <p:nvPr/>
        </p:nvSpPr>
        <p:spPr>
          <a:xfrm>
            <a:off x="0" y="635506"/>
            <a:ext cx="12192000" cy="4437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간주</a:t>
            </a:r>
            <a:endParaRPr kumimoji="0" lang="en-US" altLang="ko-KR" sz="15000" b="1" i="0" u="none" strike="noStrike" kern="1200" cap="none" spc="0" normalizeH="0" baseline="0" noProof="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effectLst/>
              <a:uLnTx/>
              <a:uFillTx/>
              <a:latin typeface="휴먼모음T" panose="02030504000101010101" pitchFamily="18" charset="-127"/>
              <a:ea typeface="휴먼모음T" panose="02030504000101010101" pitchFamily="18" charset="-127"/>
              <a:cs typeface="+mn-cs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41595FC-14F0-1C37-AD2F-4A3C5EC017AB}"/>
              </a:ext>
            </a:extLst>
          </p:cNvPr>
          <p:cNvSpPr/>
          <p:nvPr/>
        </p:nvSpPr>
        <p:spPr>
          <a:xfrm>
            <a:off x="0" y="2956787"/>
            <a:ext cx="12192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altLang="ko-KR" sz="4800" b="1" spc="-300" dirty="0">
                <a:ln w="9525">
                  <a:solidFill>
                    <a:prstClr val="black"/>
                  </a:solidFill>
                </a:ln>
                <a:solidFill>
                  <a:srgbClr val="FFFF00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4800" b="1" spc="-300" dirty="0">
                <a:ln w="9525">
                  <a:solidFill>
                    <a:prstClr val="black"/>
                  </a:solidFill>
                </a:ln>
                <a:solidFill>
                  <a:srgbClr val="FFFF00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이어서 </a:t>
            </a:r>
            <a:r>
              <a:rPr lang="en-US" altLang="ko-KR" sz="4800" b="1" spc="-300" dirty="0">
                <a:ln w="9525">
                  <a:solidFill>
                    <a:prstClr val="black"/>
                  </a:solidFill>
                </a:ln>
                <a:solidFill>
                  <a:srgbClr val="FFFF00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A1 </a:t>
            </a:r>
            <a:r>
              <a:rPr lang="ko-KR" altLang="en-US" sz="4800" b="1" spc="-300" dirty="0">
                <a:ln w="9525">
                  <a:solidFill>
                    <a:prstClr val="black"/>
                  </a:solidFill>
                </a:ln>
                <a:solidFill>
                  <a:srgbClr val="FFFF00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시작</a:t>
            </a:r>
            <a:r>
              <a:rPr lang="en-US" altLang="ko-KR" sz="4800" b="1" spc="-300" dirty="0">
                <a:ln w="9525">
                  <a:solidFill>
                    <a:prstClr val="black"/>
                  </a:solidFill>
                </a:ln>
                <a:solidFill>
                  <a:srgbClr val="FFFF00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314164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PresentationFormat>와이드스크린</PresentationFormat>
  <Slides>0</Slides>
  <Notes>0</Notes>
  <HiddenSlides>0</HiddenSlide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찬양 콘티</dc:title>
  <dc:creator>lyrics-generator</dc:creator>
</cp:coreProperties>
</file>