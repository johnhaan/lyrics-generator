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13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312" y="17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2026. 6. 21.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E4B84-1B5E-601E-899A-F11EB64C2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0C066CA-FC84-CDCA-AE0E-9877A07E17DB}"/>
              </a:ext>
            </a:extLst>
          </p:cNvPr>
          <p:cNvSpPr txBox="1"/>
          <p:nvPr/>
        </p:nvSpPr>
        <p:spPr>
          <a:xfrm>
            <a:off x="145774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ore-KR" altLang="en-US" sz="9600" b="1" i="0" u="none" strike="noStrike" kern="1200" cap="none" spc="-300" normalizeH="0" baseline="0" noProof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실로암</a:t>
            </a:r>
            <a:endParaRPr kumimoji="0" lang="en-US" altLang="ko-KR" sz="9600" b="1" i="0" u="none" strike="noStrike" kern="1200" cap="none" spc="0" normalizeH="0" baseline="0" noProof="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9994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4D09A-DBDC-6F69-BA66-DA0FD0A9F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116E30-8F09-5920-2EC1-2F1E37FF894A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A1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어두운 밤에 캄캄한 밤에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새벽을 찾아 떠난다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종이 울리고 닭이 울어도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눈에는 오직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밤이었소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7265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B2E82-8CF3-FDA2-CCDD-1EB7AAA27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015F90-23A4-09A1-0553-10BD17B0DA41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A2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우리가 처음 만난 그 때는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차가운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새벽이었소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 맘 속에 사랑 있음을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나는 느낄 수가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있었소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6239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FF946-0C83-FEEB-8772-5023EE32C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4DC833-E434-2888-FFEE-ABE092A731A9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오 주여 당신께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감사하리라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실로암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내게 주심을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나에게 영원한 사랑 속에서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떠나지 않게 하소서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7261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Microsoft Macintosh PowerPoint</Application>
  <PresentationFormat>와이드스크린</PresentationFormat>
  <Paragraphs>12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휴먼모음T</vt:lpstr>
      <vt:lpstr>Arial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  <cp:lastModifiedBy>승진 한</cp:lastModifiedBy>
  <cp:revision>2</cp:revision>
  <dcterms:modified xsi:type="dcterms:W3CDTF">2026-06-21T13:52:41Z</dcterms:modified>
</cp:coreProperties>
</file>