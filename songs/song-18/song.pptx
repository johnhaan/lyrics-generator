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5" r:id="rId1"/>
  </p:sldMasterIdLst>
  <p:sldIdLst>
    <p:sldId id="256" r:id="rId56"/>
    <p:sldId id="257" r:id="rId57"/>
    <p:sldId id="258" r:id="rId58"/>
    <p:sldId id="259" r:id="rId59"/>
    <p:sldId id="260" r:id="rId60"/>
    <p:sldId id="261" r:id="rId6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13" autoAdjust="0"/>
    <p:restoredTop sz="94660"/>
  </p:normalViewPr>
  <p:slideViewPr>
    <p:cSldViewPr snapToGrid="0">
      <p:cViewPr>
        <p:scale>
          <a:sx n="80" d="100"/>
          <a:sy n="80" d="100"/>
        </p:scale>
        <p:origin x="2176" y="1208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5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56" Type="http://schemas.openxmlformats.org/officeDocument/2006/relationships/slide" Target="slides/slide1.xml"/><Relationship Id="rId57" Type="http://schemas.openxmlformats.org/officeDocument/2006/relationships/slide" Target="slides/slide2.xml"/><Relationship Id="rId58" Type="http://schemas.openxmlformats.org/officeDocument/2006/relationships/slide" Target="slides/slide3.xml"/><Relationship Id="rId59" Type="http://schemas.openxmlformats.org/officeDocument/2006/relationships/slide" Target="slides/slide4.xml"/><Relationship Id="rId60" Type="http://schemas.openxmlformats.org/officeDocument/2006/relationships/slide" Target="slides/slide5.xml"/><Relationship Id="rId61" Type="http://schemas.openxmlformats.org/officeDocument/2006/relationships/slide" Target="slides/slide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1_Office 테마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210272"/>
            <a:ext cx="12192000" cy="4437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6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태산을 넘어 험곡에 가도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태산을 넘어 험곡에 가도 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빛 가운데로 걸어가면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주께서 항상 지키시기로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약속한 말씀 변치 않네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X2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하늘의 영광 하늘의 영광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나의 맘 속에 차고도 넘쳐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할렐루야를 힘차게 불러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영원히 주를 찬양하리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캄캄한 밤에 다닐지라도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주께서 나의 길 되시고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나에게 밝은 빛이 되시니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길 잃어 버릴 염려 없네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광명한 그 빛 마음에 받아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찬란한 천국 바라보고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할렐루야를 힘차게 불러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날마다 빛에 걸어가리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하늘의 영광 하늘의 영광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나의 맘 속에 차고도 넘쳐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할렐루야를 힘차게 불러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영원히 주를 찬양하리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X ∞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PresentationFormat>와이드스크린</PresentationFormat>
  <Slides>0</Slides>
  <Notes>0</Notes>
  <HiddenSlides>0</HiddenSlide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찬양 콘티</dc:title>
  <dc:creator>lyrics-generator</dc:creator>
</cp:coreProperties>
</file>