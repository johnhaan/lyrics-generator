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1"/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 dirty="0">
                <a:solidFill>
                  <a:srgbClr val="FFFF00"/>
                </a:solidFill>
              </a:rPr>
              <a:t>옳은 길 따르라 </a:t>
            </a:r>
            <a:endParaRPr sz="9600" b="1" dirty="0">
              <a:solidFill>
                <a:srgbClr val="FFFF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 dirty="0">
                <a:solidFill>
                  <a:srgbClr val="FFFF00"/>
                </a:solidFill>
              </a:rPr>
              <a:t>의의 길을</a:t>
            </a:r>
            <a:endParaRPr sz="96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2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A1 </a:t>
            </a:r>
            <a:r>
              <a:rPr lang="ko-KR" sz="7200" b="1">
                <a:solidFill>
                  <a:srgbClr val="FFFFFF"/>
                </a:solidFill>
              </a:rPr>
              <a:t>옳은 길 따르라 의의 길을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세계 만민의 참된 길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이 길 따라서 살기를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온세계에 전하세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 만 백성이 나갈 길</a:t>
            </a:r>
            <a:endParaRPr sz="7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204faeed8_0_76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 </a:t>
            </a:r>
            <a:r>
              <a:rPr lang="ko-KR" sz="7200" b="1">
                <a:solidFill>
                  <a:srgbClr val="FFFFFF"/>
                </a:solidFill>
              </a:rPr>
              <a:t>어둔 밤 지나고 동튼다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환한 빛 보아라 저 빛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주 예수의 나라 이땅에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곧 오겠네 오겠네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ko-KR" sz="6900" b="1">
                <a:solidFill>
                  <a:srgbClr val="FFFF00"/>
                </a:solidFill>
              </a:rPr>
              <a:t>int </a:t>
            </a: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9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204faeed8_0_80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2 주예수 따르라 승리의 주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세계 만민이 나아갈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길과 진리요 참 생명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네 창검을 부수고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다 따르라 화평 왕</a:t>
            </a:r>
            <a:endParaRPr sz="7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204faeed8_0_84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 </a:t>
            </a:r>
            <a:r>
              <a:rPr lang="ko-KR" sz="7200" b="1">
                <a:solidFill>
                  <a:srgbClr val="FFFFFF"/>
                </a:solidFill>
              </a:rPr>
              <a:t>어둔 밤 지나고 동튼다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환한 빛 보아라 저 빛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주 예수의 나라 이땅에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곧 오겠네 오겠네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endParaRPr sz="69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204faeed8_0_88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3 놀라운 이소식 알리어라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세계 만민을 구하려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내 주예수를 보내신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참 사랑의 하나님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만백성이 따를 길</a:t>
            </a:r>
            <a:endParaRPr sz="7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204faeed8_0_92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 </a:t>
            </a:r>
            <a:r>
              <a:rPr lang="ko-KR" sz="7200" b="1">
                <a:solidFill>
                  <a:srgbClr val="FFFFFF"/>
                </a:solidFill>
              </a:rPr>
              <a:t>어둔 밤 지나고 동튼다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환한 빛 보아라 저 빛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주 예수의 나라 이땅에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곧 오겠네 오겠네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ko-KR" sz="6900" b="1">
                <a:solidFill>
                  <a:srgbClr val="FFFF00"/>
                </a:solidFill>
              </a:rPr>
              <a:t>int </a:t>
            </a: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9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204faeed8_0_96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4 고난길 헤치고 찾아온 길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많은 백성을 구한 길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모두 나와서 믿으면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온 세상이 마침내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이 진리에 살겠네</a:t>
            </a:r>
            <a:endParaRPr sz="72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204faeed8_0_100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 </a:t>
            </a:r>
            <a:r>
              <a:rPr lang="ko-KR" sz="7200" b="1">
                <a:solidFill>
                  <a:srgbClr val="FFFFFF"/>
                </a:solidFill>
              </a:rPr>
              <a:t>어둔 밤 지나고 동튼다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환한 빛 보아라 저 빛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주 예수의 나라 이땅에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곧 오겠네 오겠네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ko-KR" sz="6900" b="1">
                <a:solidFill>
                  <a:srgbClr val="FFFF00"/>
                </a:solidFill>
              </a:rPr>
              <a:t>X 3 </a:t>
            </a: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9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