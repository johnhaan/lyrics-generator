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  <p:sldId id="266" r:id="rId66"/>
    <p:sldId id="267" r:id="rId67"/>
    <p:sldId id="268" r:id="rId68"/>
    <p:sldId id="269" r:id="rId69"/>
    <p:sldId id="270" r:id="rId70"/>
    <p:sldId id="271" r:id="rId7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Relationship Id="rId67" Type="http://schemas.openxmlformats.org/officeDocument/2006/relationships/slide" Target="slides/slide12.xml"/><Relationship Id="rId68" Type="http://schemas.openxmlformats.org/officeDocument/2006/relationships/slide" Target="slides/slide13.xml"/><Relationship Id="rId69" Type="http://schemas.openxmlformats.org/officeDocument/2006/relationships/slide" Target="slides/slide14.xml"/><Relationship Id="rId70" Type="http://schemas.openxmlformats.org/officeDocument/2006/relationships/slide" Target="slides/slide15.xml"/><Relationship Id="rId71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매일 기쁘게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A1a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내가 매일 기쁘게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순례의 길 행함은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팔이 나를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안보함이요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8845-D3C1-8816-A838-C46FA9125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FF3042-9789-9B4C-CEC5-E717FAC0B78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내가 주의 큰 복을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받는 참된 비결은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 함이라</a:t>
            </a:r>
          </a:p>
        </p:txBody>
      </p:sp>
    </p:spTree>
    <p:extLst>
      <p:ext uri="{BB962C8B-B14F-4D97-AF65-F5344CB8AC3E}">
        <p14:creationId xmlns:p14="http://schemas.microsoft.com/office/powerpoint/2010/main" val="285035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ED00F-91F4-0BD2-9A36-B649438B0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EC6A25-A951-8AA9-3F7B-32A53EB51A3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A2a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전에 죄에 빠져서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평안함이 없을 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십자가의 공로 힘입어</a:t>
            </a:r>
          </a:p>
        </p:txBody>
      </p:sp>
    </p:spTree>
    <p:extLst>
      <p:ext uri="{BB962C8B-B14F-4D97-AF65-F5344CB8AC3E}">
        <p14:creationId xmlns:p14="http://schemas.microsoft.com/office/powerpoint/2010/main" val="248214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A8CF3-6543-BD7C-DA7C-B908E26E2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D9CEFC-1378-023E-FA64-56926B2E2A9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발 아래 엎드려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참된 평안 얻음은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 함이라</a:t>
            </a:r>
          </a:p>
        </p:txBody>
      </p:sp>
    </p:spTree>
    <p:extLst>
      <p:ext uri="{BB962C8B-B14F-4D97-AF65-F5344CB8AC3E}">
        <p14:creationId xmlns:p14="http://schemas.microsoft.com/office/powerpoint/2010/main" val="65835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성령이 계시네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할렐루야 함께 하시네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좁은 길을 걸으며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밤낮 기뻐하는 것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함께함이라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194B-81D8-8DEC-CB60-F333A93C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454006-5CAC-402F-0C9B-C651564B0F0F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A2a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전에 죄에 빠져서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평안함이 없을 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십자가의 공로 힘입어</a:t>
            </a:r>
          </a:p>
        </p:txBody>
      </p:sp>
    </p:spTree>
    <p:extLst>
      <p:ext uri="{BB962C8B-B14F-4D97-AF65-F5344CB8AC3E}">
        <p14:creationId xmlns:p14="http://schemas.microsoft.com/office/powerpoint/2010/main" val="257908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6C339-7CCF-1B1D-0158-EA3F01C0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07C8B3-C1DC-F940-58DC-BB39E94AE8C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발 아래 엎드려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참된 평안 얻음은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 함이라</a:t>
            </a:r>
          </a:p>
        </p:txBody>
      </p:sp>
    </p:spTree>
    <p:extLst>
      <p:ext uri="{BB962C8B-B14F-4D97-AF65-F5344CB8AC3E}">
        <p14:creationId xmlns:p14="http://schemas.microsoft.com/office/powerpoint/2010/main" val="150433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CCE4-499C-2E08-7240-652D7540B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87C5AF-B9D1-3A07-0691-AF92656DA8F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성령이 계시네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할렐루야 함께 하시네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좁은 길을 걸으며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밤낮 기뻐하는 것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함께함이라</a:t>
            </a:r>
          </a:p>
        </p:txBody>
      </p:sp>
    </p:spTree>
    <p:extLst>
      <p:ext uri="{BB962C8B-B14F-4D97-AF65-F5344CB8AC3E}">
        <p14:creationId xmlns:p14="http://schemas.microsoft.com/office/powerpoint/2010/main" val="216776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B7DBF-37D8-7F08-C894-D8C51D05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0422CA-A142-9A79-A8A2-6A7243E025D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A3a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나와 동행하시고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염려 아시니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숲의 새와 같이 기쁘다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7297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EEE5-C07B-5A86-362D-1BCA85A9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75C1F-DFC3-581F-977D-6EB52B5E419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A3b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기쁜 맘으로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뜻을 행함은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 함이라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075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C9145-B550-E434-1A05-E817DF91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618E8-2C28-9823-87AF-BEC92556C3B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성령이 계시네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할렐루야 함께 하시네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좁은 길을 걸으며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밤낮 기뻐하는 것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함께함이라</a:t>
            </a:r>
          </a:p>
        </p:txBody>
      </p:sp>
    </p:spTree>
    <p:extLst>
      <p:ext uri="{BB962C8B-B14F-4D97-AF65-F5344CB8AC3E}">
        <p14:creationId xmlns:p14="http://schemas.microsoft.com/office/powerpoint/2010/main" val="996126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6C76-68F1-2EC5-7E30-3E42A7B7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0564DC-AEA3-E3DF-1D65-8EBBFAB3CF3F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성령이 계시네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할렐루야 함께 하시네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좁은 길을 걸으며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밤낮 기뻐하는 것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함께함이라</a:t>
            </a:r>
          </a:p>
        </p:txBody>
      </p:sp>
    </p:spTree>
    <p:extLst>
      <p:ext uri="{BB962C8B-B14F-4D97-AF65-F5344CB8AC3E}">
        <p14:creationId xmlns:p14="http://schemas.microsoft.com/office/powerpoint/2010/main" val="2956446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22F44-F7AC-1BF2-E1AD-32992ECA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75DF1-37F2-3B86-73CD-835385E76E2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A4a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 모든 욕망과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모든 정욕은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십자가에 이미 못을 박았네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6993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63F55-2079-F869-0EA2-B9EFA284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C5491-4559-1651-D614-3BAC2CF1E5B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A4b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어둔 날이 지나고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무거운 짐 벗으니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 함이라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0145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CB03A-EC42-4EC0-807C-CDFFBDD53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2FC30E-4984-7C4D-0D58-95BC1E71DAAF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성령이 계시네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할렐루야 함께 하시네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좁은 길을 걸으며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밤낮 기뻐하는 것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영이 함께함이라</a:t>
            </a:r>
          </a:p>
        </p:txBody>
      </p:sp>
    </p:spTree>
    <p:extLst>
      <p:ext uri="{BB962C8B-B14F-4D97-AF65-F5344CB8AC3E}">
        <p14:creationId xmlns:p14="http://schemas.microsoft.com/office/powerpoint/2010/main" val="13283973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