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예배합니다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완전하신 나의 주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의의길로 날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인도하소서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행하신 모든 일 주님의 영광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 경배 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DF5F6-71DD-0BB3-594A-879E3740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2604A-8583-0AF7-8C48-BBF865CF2182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예배합니다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찬양합니다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주님만 날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다스리소서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7968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7EF3-05CC-D27A-A604-E5261D56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30962C-EDAB-FC81-10AB-EB80912CFFDD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예배합니다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찬양합니다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홀로 높임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받으소서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440969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