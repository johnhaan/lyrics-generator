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  <p:sldId id="266" r:id="rId66"/>
    <p:sldId id="267" r:id="rId67"/>
    <p:sldId id="268" r:id="rId68"/>
    <p:sldId id="269" r:id="rId69"/>
    <p:sldId id="270" r:id="rId7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Relationship Id="rId67" Type="http://schemas.openxmlformats.org/officeDocument/2006/relationships/slide" Target="slides/slide12.xml"/><Relationship Id="rId68" Type="http://schemas.openxmlformats.org/officeDocument/2006/relationships/slide" Target="slides/slide13.xml"/><Relationship Id="rId69" Type="http://schemas.openxmlformats.org/officeDocument/2006/relationships/slide" Target="slides/slide14.xml"/><Relationship Id="rId70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힘이요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안의 필요 아시고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빈 그릇 모두 드릴 때에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채우실 주님을 신뢰해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열정드릴 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결핍이 꿈의 도구 되어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세우신 주님을 찬양해</a:t>
            </a:r>
          </a:p>
        </p:txBody>
      </p:sp>
    </p:spTree>
    <p:extLst>
      <p:ext uri="{BB962C8B-B14F-4D97-AF65-F5344CB8AC3E}">
        <p14:creationId xmlns:p14="http://schemas.microsoft.com/office/powerpoint/2010/main" val="192825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주님은 나의 힘이요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산 소망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주목 하시는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 바라보네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빛이요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내 삶의 구원자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꿈을 드리며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 바라보네 영원히 </a:t>
            </a:r>
          </a:p>
        </p:txBody>
      </p:sp>
    </p:spTree>
    <p:extLst>
      <p:ext uri="{BB962C8B-B14F-4D97-AF65-F5344CB8AC3E}">
        <p14:creationId xmlns:p14="http://schemas.microsoft.com/office/powerpoint/2010/main" val="128822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79994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안의 필요 아시고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빈 그릇 모두 드릴 때에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채우실 주님을 신뢰해</a:t>
            </a:r>
          </a:p>
        </p:txBody>
      </p:sp>
    </p:spTree>
    <p:extLst>
      <p:ext uri="{BB962C8B-B14F-4D97-AF65-F5344CB8AC3E}">
        <p14:creationId xmlns:p14="http://schemas.microsoft.com/office/powerpoint/2010/main" val="1160157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열정드릴 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결핍이 꿈의 도구 되어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세우신 주님을 찬양해</a:t>
            </a:r>
          </a:p>
        </p:txBody>
      </p:sp>
    </p:spTree>
    <p:extLst>
      <p:ext uri="{BB962C8B-B14F-4D97-AF65-F5344CB8AC3E}">
        <p14:creationId xmlns:p14="http://schemas.microsoft.com/office/powerpoint/2010/main" val="146889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주님은 나의 힘이요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산 소망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주목 하시는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 바라보네 </a:t>
            </a:r>
          </a:p>
        </p:txBody>
      </p:sp>
    </p:spTree>
    <p:extLst>
      <p:ext uri="{BB962C8B-B14F-4D97-AF65-F5344CB8AC3E}">
        <p14:creationId xmlns:p14="http://schemas.microsoft.com/office/powerpoint/2010/main" val="1266420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빛이요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내 삶의 구원자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꿈을 드리며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 바라보네 영원히 </a:t>
            </a:r>
          </a:p>
        </p:txBody>
      </p:sp>
    </p:spTree>
    <p:extLst>
      <p:ext uri="{BB962C8B-B14F-4D97-AF65-F5344CB8AC3E}">
        <p14:creationId xmlns:p14="http://schemas.microsoft.com/office/powerpoint/2010/main" val="2329394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397631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목소리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힘이요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산 소망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주목 하시는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 바라보네 </a:t>
            </a:r>
          </a:p>
        </p:txBody>
      </p:sp>
    </p:spTree>
    <p:extLst>
      <p:ext uri="{BB962C8B-B14F-4D97-AF65-F5344CB8AC3E}">
        <p14:creationId xmlns:p14="http://schemas.microsoft.com/office/powerpoint/2010/main" val="4249312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빛이요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내 삶의 구원자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꿈을 드리며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 바라보네 영원히 </a:t>
            </a:r>
          </a:p>
        </p:txBody>
      </p:sp>
    </p:spTree>
    <p:extLst>
      <p:ext uri="{BB962C8B-B14F-4D97-AF65-F5344CB8AC3E}">
        <p14:creationId xmlns:p14="http://schemas.microsoft.com/office/powerpoint/2010/main" val="281282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주님은 나의 힘이요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산 소망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주목 하시는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 바라보네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6223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나의 빛이요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내 삶의 구원자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꿈을 드리며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 바라보네 영원히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(B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X2)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88888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