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212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사랑합니다</a:t>
            </a:r>
            <a:r>
              <a:rPr lang="en-US" altLang="ko-KR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예수님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사랑합니다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예수님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사랑합니다 아주 많이요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사랑합니다 나의 예수님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사랑합니다 그것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뿐예요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435A-12E5-3B0E-4E40-E08468865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3A410E-FDFD-1C34-58EC-FDE14278859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사랑합니다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예수님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사랑합니다 아주 많이요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사랑합니다 나의 예수님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사랑합니다 그것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뿐예요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3398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F52EF-B74D-C3EF-E6AF-DF31FA17B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A48AF7-00FC-33D3-D49B-766C3AA13A9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사랑한다 아들아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너를 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아노라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사랑한다 내 딸아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네게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축복 더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하노라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4310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0386A-0660-31FF-CFB4-86C3D2B9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89422F-1421-C8C2-0E6C-16043708E57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사랑합니다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예수님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사랑합니다 아주 많이요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사랑합니다 나의 예수님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사랑합니다 그것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뿐예요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9696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EE1C0-9484-6174-A20E-80B9F9E21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3AC61B-3A72-3B06-8B8D-E85EF3363AE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사랑한다 아들아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너를 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아노라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사랑한다 내 딸아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네게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축복 더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하노라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0058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6FA3-A456-6F7C-3416-63BC9B7C9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276EBB-FC8C-BDF6-5EB9-376A11BADB4F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사랑한다 아들아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너를 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아노라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사랑한다 내 딸아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네게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축복 더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하노라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후주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450912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