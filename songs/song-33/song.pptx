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  <p:sldId id="266" r:id="rId66"/>
    <p:sldId id="267" r:id="rId67"/>
    <p:sldId id="268" r:id="rId68"/>
    <p:sldId id="269" r:id="rId69"/>
    <p:sldId id="270" r:id="rId7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Relationship Id="rId66" Type="http://schemas.openxmlformats.org/officeDocument/2006/relationships/slide" Target="slides/slide11.xml"/><Relationship Id="rId67" Type="http://schemas.openxmlformats.org/officeDocument/2006/relationships/slide" Target="slides/slide12.xml"/><Relationship Id="rId68" Type="http://schemas.openxmlformats.org/officeDocument/2006/relationships/slide" Target="slides/slide13.xml"/><Relationship Id="rId69" Type="http://schemas.openxmlformats.org/officeDocument/2006/relationships/slide" Target="slides/slide14.xml"/><Relationship Id="rId70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열방의 소망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75741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Intro 8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마디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열방의 소망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우리의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위로자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주는 온 땅의 영원한 소망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45C2-12BB-19DF-5A8E-9CA0975B4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A2E153-4CD2-E37D-BF90-C7F270CC81F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어둠속의 빛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변함없는 진리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주는 온 땅의 빛이 되시네</a:t>
            </a:r>
          </a:p>
        </p:txBody>
      </p:sp>
    </p:spTree>
    <p:extLst>
      <p:ext uri="{BB962C8B-B14F-4D97-AF65-F5344CB8AC3E}">
        <p14:creationId xmlns:p14="http://schemas.microsoft.com/office/powerpoint/2010/main" val="206810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C3A3D-F826-5FFC-0F6F-9C997C86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0CBBE-B31B-49B8-E607-03DC316C0C5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위해 죽으시고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다시 사신 생명의 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(x2)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0031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D434-0308-329C-DA4C-CE7264EA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238B3-F9EB-502C-EF8D-1E5E960BF1D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만이 소망이요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변함없는 반석이라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주님만이 온 세상을 비추시네</a:t>
            </a:r>
          </a:p>
        </p:txBody>
      </p:sp>
    </p:spTree>
    <p:extLst>
      <p:ext uri="{BB962C8B-B14F-4D97-AF65-F5344CB8AC3E}">
        <p14:creationId xmlns:p14="http://schemas.microsoft.com/office/powerpoint/2010/main" val="106368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DBC98-387E-C669-A8E4-3DF66EAF4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998214-403E-88D4-5BD8-47D0769BCA3B}"/>
              </a:ext>
            </a:extLst>
          </p:cNvPr>
          <p:cNvSpPr txBox="1"/>
          <p:nvPr/>
        </p:nvSpPr>
        <p:spPr>
          <a:xfrm>
            <a:off x="47812" y="581716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또 죽음에서 부활하신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구주 평강의 왕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믿는 모든 자의 소망되신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믿네</a:t>
            </a:r>
          </a:p>
        </p:txBody>
      </p:sp>
    </p:spTree>
    <p:extLst>
      <p:ext uri="{BB962C8B-B14F-4D97-AF65-F5344CB8AC3E}">
        <p14:creationId xmlns:p14="http://schemas.microsoft.com/office/powerpoint/2010/main" val="3583491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FAC1-133F-CD28-369E-8BB432CA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9A9B67-284A-137F-7CBF-804E56FF2C13}"/>
              </a:ext>
            </a:extLst>
          </p:cNvPr>
          <p:cNvSpPr txBox="1"/>
          <p:nvPr/>
        </p:nvSpPr>
        <p:spPr>
          <a:xfrm>
            <a:off x="-179294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간 주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616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B2CB-E5A5-B37B-E6FC-556D519F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CB86EC-4929-667F-B7B2-5622BD3FC198}"/>
              </a:ext>
            </a:extLst>
          </p:cNvPr>
          <p:cNvSpPr txBox="1"/>
          <p:nvPr/>
        </p:nvSpPr>
        <p:spPr>
          <a:xfrm>
            <a:off x="0" y="575741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열방의 소망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우리의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위로자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주는 온 땅의 영원한 소망</a:t>
            </a:r>
          </a:p>
        </p:txBody>
      </p:sp>
    </p:spTree>
    <p:extLst>
      <p:ext uri="{BB962C8B-B14F-4D97-AF65-F5344CB8AC3E}">
        <p14:creationId xmlns:p14="http://schemas.microsoft.com/office/powerpoint/2010/main" val="863731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BBCAD-1759-9224-39CB-D9E9F92D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4C0C91-3EE6-BD4F-58FF-48570DDA27D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어둠속의 빛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변함없는 진리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주는 온 땅의 빛이 되시네</a:t>
            </a:r>
          </a:p>
        </p:txBody>
      </p:sp>
    </p:spTree>
    <p:extLst>
      <p:ext uri="{BB962C8B-B14F-4D97-AF65-F5344CB8AC3E}">
        <p14:creationId xmlns:p14="http://schemas.microsoft.com/office/powerpoint/2010/main" val="401121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DCB7D-8ED5-5188-9A7D-20255D497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9101C3-73C2-2723-6620-A0443A0D0FE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위해 죽으시고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다시 사신 생명의 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(x2)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8575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E318-66B5-222E-F766-D68F211C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A6EC9D-60F1-7478-EFAD-38E1B0DCA69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만이 소망이요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변함없는 반석이라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주님만이 온 세상을 비추시네</a:t>
            </a:r>
          </a:p>
        </p:txBody>
      </p:sp>
    </p:spTree>
    <p:extLst>
      <p:ext uri="{BB962C8B-B14F-4D97-AF65-F5344CB8AC3E}">
        <p14:creationId xmlns:p14="http://schemas.microsoft.com/office/powerpoint/2010/main" val="2048257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B6948-D636-3406-045A-8B26CF3A1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65B117-6BF6-8627-128B-D54EAE1B5EF8}"/>
              </a:ext>
            </a:extLst>
          </p:cNvPr>
          <p:cNvSpPr txBox="1"/>
          <p:nvPr/>
        </p:nvSpPr>
        <p:spPr>
          <a:xfrm>
            <a:off x="47812" y="581716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또 죽음에서 부활하신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구주 평강의 왕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믿는 모든 자의 소망되신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믿네</a:t>
            </a:r>
          </a:p>
        </p:txBody>
      </p:sp>
    </p:spTree>
    <p:extLst>
      <p:ext uri="{BB962C8B-B14F-4D97-AF65-F5344CB8AC3E}">
        <p14:creationId xmlns:p14="http://schemas.microsoft.com/office/powerpoint/2010/main" val="1261784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4986D-1BCE-F2DB-1A33-EA83A6C3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5F933B-B465-3DDB-3100-FB824D3CAFF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위해 죽으시고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다시 사신 생명의 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(x4)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8207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9E262-66A7-D8BC-E634-A14D81F4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B9D87E-4BF4-02FF-DDF0-030ABCEAD94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만이 소망이요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변함없는 반석이라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주님만이 온 세상을 비추시네</a:t>
            </a:r>
          </a:p>
        </p:txBody>
      </p:sp>
    </p:spTree>
    <p:extLst>
      <p:ext uri="{BB962C8B-B14F-4D97-AF65-F5344CB8AC3E}">
        <p14:creationId xmlns:p14="http://schemas.microsoft.com/office/powerpoint/2010/main" val="491713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564ED-1E50-9B48-6172-058681ED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6D823-E2CC-2069-335C-F346F3896242}"/>
              </a:ext>
            </a:extLst>
          </p:cNvPr>
          <p:cNvSpPr txBox="1"/>
          <p:nvPr/>
        </p:nvSpPr>
        <p:spPr>
          <a:xfrm>
            <a:off x="47812" y="581716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또 죽음에서 부활하신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구주 평강의 왕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믿는 모든 자의 소망되신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믿네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후주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511177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