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8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곤한 내 영혼 편히 쉴 곳과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곤한 내 영혼 편히 쉴 곳과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풍랑 일어도 안전한 포구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폭풍까지도 다스리시는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영원한 팔 의지해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(X2)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주의 영원하신 팔 함께 하사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항상 나를 붙드시니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어느 곳에 가든지 요동하지 않음은 주의 팔을 의지함이라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 친구들 나를 버려도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늘 함께 동행하므로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은혜가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충만하리니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영원한 팔 의지해</a:t>
            </a:r>
          </a:p>
        </p:txBody>
      </p:sp>
    </p:spTree>
    <p:extLst>
      <p:ext uri="{BB962C8B-B14F-4D97-AF65-F5344CB8AC3E}">
        <p14:creationId xmlns:p14="http://schemas.microsoft.com/office/powerpoint/2010/main" val="2924483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주의 영원하신 팔 함께 하사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항상 나를 붙드시니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어느 곳에 가든지 요동하지 않음은 주의 팔을 의지함이라</a:t>
            </a:r>
          </a:p>
        </p:txBody>
      </p:sp>
    </p:spTree>
    <p:extLst>
      <p:ext uri="{BB962C8B-B14F-4D97-AF65-F5344CB8AC3E}">
        <p14:creationId xmlns:p14="http://schemas.microsoft.com/office/powerpoint/2010/main" val="214856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A3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믿음이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연약해져도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미리 예비한 힘을 주시며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위태할 때도 안보하시는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영원한 팔 의지해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ctr">
              <a:defRPr/>
            </a:pP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(A4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Key up</a:t>
            </a:r>
            <a:r>
              <a:rPr lang="ko-KR" altLang="en-US" sz="6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준비</a:t>
            </a:r>
            <a:r>
              <a:rPr lang="en-US" altLang="ko-KR" sz="60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8813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6297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(Key up)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A4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능치 못한 것 주께 없으니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일생을 주께 맡기면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모든 짐 대신 지시는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영원한 팔 의지해</a:t>
            </a:r>
          </a:p>
        </p:txBody>
      </p:sp>
    </p:spTree>
    <p:extLst>
      <p:ext uri="{BB962C8B-B14F-4D97-AF65-F5344CB8AC3E}">
        <p14:creationId xmlns:p14="http://schemas.microsoft.com/office/powerpoint/2010/main" val="4239243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주의 영원하신 팔 함께 하사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항상 나를 붙드시니 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어느 곳에 가든지 요동하지 않음은 주의 팔을 의지함이라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(X2~3 </a:t>
            </a: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마지막 목소리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)</a:t>
            </a:r>
            <a:endParaRPr lang="ko-KR" altLang="en-US" sz="72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131065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