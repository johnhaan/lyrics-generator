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주께서 주신 동산에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주께서 주신 동산에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땀 흐리며 씨를 뿌리며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삶을 드리리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날 사랑하시는 내 주님께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땅 끝에서 주님을 맞으리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주께 드릴 열매 가득 안고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땅 끝에서 주님을 뵈오리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주께 드릴 노래 가득 안고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땅의 모든 끝 찬양하라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오실 길 예비하라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땅의 모든 끝에서 주님을 찬양하라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주님 곧 오시리라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비바람 앞을 가리고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육체는 쇠잔해져도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삶을 드리리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사모하는 내 주님께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땅의 모든 끝 찬양하라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오실 길 예비하라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땅의 모든 끝에서 주님을 찬양하라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주님 곧 오시리라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 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