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평안을 너에게 주노라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50DC1-CDBB-81FB-B9F0-9113F0624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4BB743-BBEA-1161-BB8A-9A0784C4A543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평안을 너에게 주노라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세상이 줄 수 없는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0967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E4D7-7E59-A1BA-3D9A-576E7F732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B48B99-E4A3-82B1-D24D-961F8B1F31EA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B1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세상이 알 수도 없는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평안 평안 평안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평안을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네게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주노라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4174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B2D28-47B0-D6FE-C066-1AAB7FAB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782D89-8446-8DC6-55FB-23D1B1CEFD5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사랑을 너에게 주노라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세상이 줄 수 없는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2692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410EE-BBD8-BFCB-1E65-ABEFD18D4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1CB39B-F71C-C068-2D67-22D9D705E6A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B2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세상이 알 수도 없는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 사랑 사랑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사랑을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네게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주노라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172690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