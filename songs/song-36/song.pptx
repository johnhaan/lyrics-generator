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안에 소망 있네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안에 소망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빛과 힘 나의 노래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환란 중에 도우시는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나의 견고한 반석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221BB-9424-945C-6484-3F0D5041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C8327A-11EC-514C-D2B4-85AEDD8FFF2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사랑 크신 평화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두렴에서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날 건지네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위로자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 모든 것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사랑 안에 서리라</a:t>
            </a:r>
          </a:p>
        </p:txBody>
      </p:sp>
    </p:spTree>
    <p:extLst>
      <p:ext uri="{BB962C8B-B14F-4D97-AF65-F5344CB8AC3E}">
        <p14:creationId xmlns:p14="http://schemas.microsoft.com/office/powerpoint/2010/main" val="74663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1420-84DF-17F2-3C9E-2BA7E232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7CDB5-AE90-C7BD-BA44-C26CA563A2D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완전하신 하나님이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우리와 같이 되셨네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사랑과 그 공의로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세상을 구원하셨네</a:t>
            </a:r>
          </a:p>
        </p:txBody>
      </p:sp>
    </p:spTree>
    <p:extLst>
      <p:ext uri="{BB962C8B-B14F-4D97-AF65-F5344CB8AC3E}">
        <p14:creationId xmlns:p14="http://schemas.microsoft.com/office/powerpoint/2010/main" val="271449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9D84B-F015-7A25-42FB-3762F0BE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3C153F-CE1F-C500-7726-AAE2C12A527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십자가에 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달리사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진노를 거두셨네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죄 담당하신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은혜 안에 살리라</a:t>
            </a:r>
          </a:p>
        </p:txBody>
      </p:sp>
    </p:spTree>
    <p:extLst>
      <p:ext uri="{BB962C8B-B14F-4D97-AF65-F5344CB8AC3E}">
        <p14:creationId xmlns:p14="http://schemas.microsoft.com/office/powerpoint/2010/main" val="12385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FB7B-817C-D90D-01E7-BFA0B066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6DAAA-B401-4EFA-29FB-E124AB5C867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(3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 솔로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죽임당한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세상의 빛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어둠속에 누이셨네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영광스런 그의 날에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무덤에서 부활했네</a:t>
            </a:r>
          </a:p>
        </p:txBody>
      </p:sp>
    </p:spTree>
    <p:extLst>
      <p:ext uri="{BB962C8B-B14F-4D97-AF65-F5344CB8AC3E}">
        <p14:creationId xmlns:p14="http://schemas.microsoft.com/office/powerpoint/2010/main" val="120668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261C-5720-01A0-28EE-FFF8A3A4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A67890-3E50-CA92-3DE2-EECF0B48CFF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다같이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승리하신 우리 주님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원수들을 물리쳤네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주의 것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,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나의 것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보혈 안에 살리라</a:t>
            </a:r>
          </a:p>
        </p:txBody>
      </p:sp>
    </p:spTree>
    <p:extLst>
      <p:ext uri="{BB962C8B-B14F-4D97-AF65-F5344CB8AC3E}">
        <p14:creationId xmlns:p14="http://schemas.microsoft.com/office/powerpoint/2010/main" val="174749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AAF5-2FA2-CA0F-60C5-51E5426C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24FC7-8853-8FDA-AD5F-EB4779E4721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승리하신 우리 주님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원수들을 물리쳤네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주의 것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,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 나의 것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보혈 안에 살리라</a:t>
            </a:r>
          </a:p>
        </p:txBody>
      </p:sp>
    </p:spTree>
    <p:extLst>
      <p:ext uri="{BB962C8B-B14F-4D97-AF65-F5344CB8AC3E}">
        <p14:creationId xmlns:p14="http://schemas.microsoft.com/office/powerpoint/2010/main" val="1486888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CB54-E4EB-EC83-E935-C66759AF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9EE97-AE01-E1BA-9903-C7A56A5B5D0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굳건한 반석 이시니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위에 내가 서리라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위에 내가 서리라</a:t>
            </a:r>
          </a:p>
        </p:txBody>
      </p:sp>
    </p:spTree>
    <p:extLst>
      <p:ext uri="{BB962C8B-B14F-4D97-AF65-F5344CB8AC3E}">
        <p14:creationId xmlns:p14="http://schemas.microsoft.com/office/powerpoint/2010/main" val="123145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F05A-2153-2B55-73F2-197AFA84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8AF5CF-FB75-4A67-4300-321D39D4669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굳건한 반석 이시니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위에 내가 서리라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위에 내가 서리라</a:t>
            </a:r>
          </a:p>
        </p:txBody>
      </p:sp>
    </p:spTree>
    <p:extLst>
      <p:ext uri="{BB962C8B-B14F-4D97-AF65-F5344CB8AC3E}">
        <p14:creationId xmlns:p14="http://schemas.microsoft.com/office/powerpoint/2010/main" val="4316479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