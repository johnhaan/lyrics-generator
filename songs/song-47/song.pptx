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여호와의 집으로 올라가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A562-9E25-AF3E-D988-C5949B61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09A612-D5FE-C9BF-571E-CE60918DE5F0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여호와의 집으로 올라가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성문 안에 우리는 서리라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주님이 허락한 이 땅 위에서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여호와를 찬양하여라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28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41428-3AB0-FDBE-8C8C-7ED0FDBC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70A356-27E5-A21C-3F3E-8FF6CD1377B2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보좌 위에 앉으신 여호와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우리들을 다스려 주시니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주님이 주시는 넘치는 은혜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여호와께 감사드리라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985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D7F50-82E6-95A8-399E-CE9CD7E5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EFA06F-B74D-1384-394F-1A5ECFFECC7C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C1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영원하신 왕 주 찬양하라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성소에 다 모이리라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주께 온전한 예배를 드리는 자가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이 땅에 넘쳐나리라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643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D35D-48F2-F74A-04C8-791F742B6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534303-F635-69FF-F08F-C558C9D66902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C2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영원하신 왕 주 찬양하라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선하심 다 외치리라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높이며 주님의 크신 능력을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모두가 노래하리라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24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F51C-8882-FB10-CA67-4CB48D82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67A82-910E-6898-C3DE-6E0C236D0DA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36943610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