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95" r:id="rId1"/>
  </p:sldMasterIdLst>
  <p:sldIdLst>
    <p:sldId id="256" r:id="rId56"/>
    <p:sldId id="257" r:id="rId57"/>
    <p:sldId id="258" r:id="rId58"/>
    <p:sldId id="259" r:id="rId59"/>
    <p:sldId id="260" r:id="rId60"/>
    <p:sldId id="261" r:id="rId61"/>
    <p:sldId id="262" r:id="rId62"/>
    <p:sldId id="263" r:id="rId6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213" autoAdjust="0"/>
    <p:restoredTop sz="94660"/>
  </p:normalViewPr>
  <p:slideViewPr>
    <p:cSldViewPr snapToGrid="0">
      <p:cViewPr>
        <p:scale>
          <a:sx n="80" d="100"/>
          <a:sy n="80" d="100"/>
        </p:scale>
        <p:origin x="2176" y="1208"/>
      </p:cViewPr>
      <p:guideLst>
        <p:guide orient="horz" pos="2159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55" Type="http://schemas.openxmlformats.org/officeDocument/2006/relationships/tableStyles" Target="tableStyles.xml"/><Relationship Id="rId53" Type="http://schemas.openxmlformats.org/officeDocument/2006/relationships/viewProps" Target="viewProps.xml"/><Relationship Id="rId52" Type="http://schemas.openxmlformats.org/officeDocument/2006/relationships/presProps" Target="presProps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56" Type="http://schemas.openxmlformats.org/officeDocument/2006/relationships/slide" Target="slides/slide1.xml"/><Relationship Id="rId57" Type="http://schemas.openxmlformats.org/officeDocument/2006/relationships/slide" Target="slides/slide2.xml"/><Relationship Id="rId58" Type="http://schemas.openxmlformats.org/officeDocument/2006/relationships/slide" Target="slides/slide3.xml"/><Relationship Id="rId59" Type="http://schemas.openxmlformats.org/officeDocument/2006/relationships/slide" Target="slides/slide4.xml"/><Relationship Id="rId60" Type="http://schemas.openxmlformats.org/officeDocument/2006/relationships/slide" Target="slides/slide5.xml"/><Relationship Id="rId61" Type="http://schemas.openxmlformats.org/officeDocument/2006/relationships/slide" Target="slides/slide6.xml"/><Relationship Id="rId62" Type="http://schemas.openxmlformats.org/officeDocument/2006/relationships/slide" Target="slides/slide7.xml"/><Relationship Id="rId63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>
              <a:defRPr/>
            </a:pPr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type="obj" preserve="1">
  <p:cSld name="제목 및 내용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구역 머리글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콘텐츠 2개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비교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만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콘텐츠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그림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세로 텍스트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세로 제목 및 텍스트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1_Office 테마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  <p:sldLayoutId id="2147483687" r:id="rId4"/>
    <p:sldLayoutId id="2147483688" r:id="rId5"/>
    <p:sldLayoutId id="2147483689" r:id="rId6"/>
    <p:sldLayoutId id="2147483690" r:id="rId7"/>
    <p:sldLayoutId id="2147483691" r:id="rId8"/>
    <p:sldLayoutId id="2147483692" r:id="rId9"/>
    <p:sldLayoutId id="2147483693" r:id="rId10"/>
    <p:sldLayoutId id="2147483694" r:id="rId11"/>
  </p:sldLayoutIdLst>
  <p:transition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1210272"/>
            <a:ext cx="12192000" cy="443745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9600" b="1" spc="-300" dirty="0">
                <a:ln w="9525">
                  <a:solidFill>
                    <a:prstClr val="black"/>
                  </a:solidFill>
                </a:ln>
                <a:solidFill>
                  <a:srgbClr val="FFFF00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선하신 목자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150DC1-CDBB-81FB-B9F0-9113F0624C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34BB743-BBEA-1161-BB8A-9A0784C4A543}"/>
              </a:ext>
            </a:extLst>
          </p:cNvPr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Aa</a:t>
            </a: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 선하신 목자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날 사랑하는 분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주 인도하는 곳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따라가리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009671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80651F-5B55-B3DE-6755-A1A56614B2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0A600AE-F3A7-E1E1-C1DE-BFDD604176C3}"/>
              </a:ext>
            </a:extLst>
          </p:cNvPr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Ab</a:t>
            </a: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 주의 말씀을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나 듣기 위하여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주 인도하는 곳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 err="1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가려네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188181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4A916E-9A9C-3EAE-D1F1-79F54E7CFD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63E07BB-01A5-B1C3-D868-320BD355FC12}"/>
              </a:ext>
            </a:extLst>
          </p:cNvPr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Ba </a:t>
            </a: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나를 푸른 초장과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쉴 만한 물가로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내 선하신 목자 날 인도해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81102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8F8867-2162-8763-EEA5-5CF50F62F4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FB769D2-D98B-B275-5DE4-8B538C2652C6}"/>
              </a:ext>
            </a:extLst>
          </p:cNvPr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Bb </a:t>
            </a: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험한 산과 골짜기로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내가 </a:t>
            </a:r>
            <a:r>
              <a:rPr lang="ko-KR" altLang="en-US" sz="7200" b="1" spc="-300" dirty="0" err="1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다닐찌라도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내 선하신 목자 날 인도해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465919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34AA01-69DF-C072-2449-618AD38A1A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7ACEF42-A6CC-AE1D-5CB6-7F31EEB2EF21}"/>
              </a:ext>
            </a:extLst>
          </p:cNvPr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Ab</a:t>
            </a: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 주의 말씀을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나 듣기 위하여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주 인도하는 곳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 err="1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가려네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797379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00AD63-1896-C815-CD14-A5D50D9897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A571BB7-6CA0-299E-C8D1-685417D9E022}"/>
              </a:ext>
            </a:extLst>
          </p:cNvPr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Ba </a:t>
            </a: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나를 푸른 초장과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쉴 만한 물가로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내 선하신 목자 날 인도해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151788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6DA7F7-20DE-C92E-3A0B-74570DE481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ED54A56-54E6-BAD9-6CEF-1BD0607DBA2F}"/>
              </a:ext>
            </a:extLst>
          </p:cNvPr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Bb </a:t>
            </a: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험한 산과 골짜기로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내가 </a:t>
            </a:r>
            <a:r>
              <a:rPr lang="ko-KR" altLang="en-US" sz="7200" b="1" spc="-300" dirty="0" err="1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다닐찌라도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내 선하신 목자 날 인도해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58250452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Macintosh PowerPoint</Application>
  <PresentationFormat>와이드스크린</PresentationFormat>
  <Slides>0</Slides>
  <Notes>0</Notes>
  <HiddenSlides>0</HiddenSlides>
  <ScaleCrop>false</ScaleCrop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찬양 콘티</dc:title>
  <dc:creator>lyrics-generator</dc:creator>
</cp:coreProperties>
</file>