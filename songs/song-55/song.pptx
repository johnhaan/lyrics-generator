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  <p:sldId id="266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Relationship Id="rId66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놀라우신 은혜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A1a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전능하신 주 놀라운 사랑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지와 사망을 물리치셨네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주님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만왕의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왕 예수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온 땅 흔드는 주님의 위엄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만물이 주를 경배해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주님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만왕의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왕 예수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놀라우신 은혜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42EFE-FE36-12E4-589F-71254861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5F54E3-92A1-7BCB-40F2-8C8AA676677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완전하신 사랑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죄 위하여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십자가 지신 후 생명을 주시고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자유케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하셨네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예수행하신 모든 일 찬양해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3842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ECF01-D633-6404-B8E5-F23E3C5C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B3BF50-CE1C-F63C-4C56-0837080CA8E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A2a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문제를 다스리시는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고아된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우릴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자녀삼으신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주님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만왕의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양 예수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9330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AE95-877F-FA3C-C13E-2F52CFB5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161E9F-81F9-A6BF-6A45-0B32A996948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공의와 진리로 다스리시며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태양보다 더 밝게 빛나는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주님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만왕의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왕 예수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놀라우신 은혜</a:t>
            </a:r>
          </a:p>
        </p:txBody>
      </p:sp>
    </p:spTree>
    <p:extLst>
      <p:ext uri="{BB962C8B-B14F-4D97-AF65-F5344CB8AC3E}">
        <p14:creationId xmlns:p14="http://schemas.microsoft.com/office/powerpoint/2010/main" val="49504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5790-594D-7F08-072A-9976B62D0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F7098B-BA21-4BFD-EFA2-1B108974E26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완전하신 사랑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죄 위하여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십자가 지신 후 생명을 주시고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자유케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하셨네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예수행하신 모든 일 찬양해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9626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699F-6CE3-D029-53F6-68014476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A0E59-1281-4A5C-CAEA-0C966E16A78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Ca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죽임당한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그 어린양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승리하신 왕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이름 예수 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2301654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D19C4-6C13-4314-AD3A-F02A4F32F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7BE845-92B8-8D34-193C-AAF6EEB35CC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Cb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죽임당한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그 어린양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존귀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존귀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존귀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 놀라우신 은혜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6884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F6CF-2AD8-C849-E9AC-5C3D6E370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24D8E-5C1D-224A-C2E4-8D2C4449EF78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완전하신 사랑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죄 위하여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십자가 지신 후 생명을 주시고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자유케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하셨네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예수행하신 모든 일 찬양해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520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08B75-BE24-A5AA-5D8E-93FEF074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CCDE36-5666-3609-CE3A-DBB078E4E9A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완전하신 사랑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죄 위하여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십자가 지신 후 생명을 주시고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자유케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하셨네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예수행하신 모든 일 찬양해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3186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