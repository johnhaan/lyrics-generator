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  <p:sldId id="264" r:id="rId6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세상의 유혹 시험이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세상의 유혹 시험이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내게 몰려올 때에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힘으론 그것들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모두 이길 수 없네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거대한 폭풍 가운데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위축된 나의 영혼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어찌할 바를 몰라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헤매이고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있을 때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(X2)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8257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주를 찬양 손을 들고 찬양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전쟁은 나에게 속한 것 아니니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주를 찬양 손을 들고 찬양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전쟁은 하나님께 속한 것이니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거짓과 속임수로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가득찬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세상에서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어디로 갈 지 몰라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머뭇거리고 있네</a:t>
            </a:r>
          </a:p>
        </p:txBody>
      </p:sp>
    </p:spTree>
    <p:extLst>
      <p:ext uri="{BB962C8B-B14F-4D97-AF65-F5344CB8AC3E}">
        <p14:creationId xmlns:p14="http://schemas.microsoft.com/office/powerpoint/2010/main" val="2924483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공중의 권세 잡은 자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지금도 우리들을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실패와 절망으로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넘어뜨리려 하네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4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(A3</a:t>
            </a: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54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Key up</a:t>
            </a: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준비</a:t>
            </a:r>
            <a:r>
              <a:rPr lang="en-US" altLang="ko-KR" sz="54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30333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6297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(Key up)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A3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주위를 둘러보면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아무도 없는 듯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믿음의 눈을 들면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보이는 분 계시네</a:t>
            </a:r>
          </a:p>
        </p:txBody>
      </p:sp>
    </p:spTree>
    <p:extLst>
      <p:ext uri="{BB962C8B-B14F-4D97-AF65-F5344CB8AC3E}">
        <p14:creationId xmlns:p14="http://schemas.microsoft.com/office/powerpoint/2010/main" val="4239243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지금도 내 안에서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역사하고 계시는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사망과 어둠의 권세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물리치신 예수님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648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주를 찬양 손을 들고 찬양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전쟁은 나에게 속한 것 아니니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주를 찬양 손을 들고 찬양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전쟁은 하나님께 속한 것이니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(X3~4)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82238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