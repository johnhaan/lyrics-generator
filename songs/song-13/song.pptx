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이름 아시죠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지으신 주님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안에 계셔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처음부터 내 삶은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그의 손에 있었죠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그는 내 아버지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난 그의 소유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어딜 가든지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날 떠나지 않죠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이름 아시죠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생각도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흐르는 눈물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그가 닦아 주셨죠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이름 아시죠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생각도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아바라 부를 때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그가 들으시죠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