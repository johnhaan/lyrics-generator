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5" r:id="rId1"/>
  </p:sldMasterIdLst>
  <p:sldIdLst>
    <p:sldId id="256" r:id="rId56"/>
    <p:sldId id="257" r:id="rId57"/>
    <p:sldId id="258" r:id="rId58"/>
    <p:sldId id="259" r:id="rId59"/>
    <p:sldId id="260" r:id="rId6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13" autoAdjust="0"/>
    <p:restoredTop sz="94660"/>
  </p:normalViewPr>
  <p:slideViewPr>
    <p:cSldViewPr snapToGrid="0">
      <p:cViewPr>
        <p:scale>
          <a:sx n="80" d="100"/>
          <a:sy n="80" d="100"/>
        </p:scale>
        <p:origin x="2176" y="1208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5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56" Type="http://schemas.openxmlformats.org/officeDocument/2006/relationships/slide" Target="slides/slide1.xml"/><Relationship Id="rId57" Type="http://schemas.openxmlformats.org/officeDocument/2006/relationships/slide" Target="slides/slide2.xml"/><Relationship Id="rId58" Type="http://schemas.openxmlformats.org/officeDocument/2006/relationships/slide" Target="slides/slide3.xml"/><Relationship Id="rId59" Type="http://schemas.openxmlformats.org/officeDocument/2006/relationships/slide" Target="slides/slide4.xml"/><Relationship Id="rId60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1_Office 테마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210272"/>
            <a:ext cx="12192000" cy="4437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6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찬양의 제사 드리며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BD35D-48F2-F74A-04C8-791F742B6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534303-F635-69FF-F08F-C558C9D66902}"/>
              </a:ext>
            </a:extLst>
          </p:cNvPr>
          <p:cNvSpPr txBox="1"/>
          <p:nvPr/>
        </p:nvSpPr>
        <p:spPr>
          <a:xfrm>
            <a:off x="0" y="700423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60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A1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주의 이름 안에서 주의 성소로 가네</a:t>
            </a:r>
            <a:endParaRPr kumimoji="0" lang="en-US" altLang="ko-KR" sz="60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60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영광스러운 이곳에 우리 기쁘게 왔네</a:t>
            </a:r>
            <a:endParaRPr lang="en-US" altLang="ko-KR" sz="60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거룩한 보좌 앞에서 따뜻함을 느끼네</a:t>
            </a:r>
            <a:endParaRPr kumimoji="0" lang="en-US" altLang="ko-KR" sz="60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60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우리 마음 경배하며 찬양의 제사 드리네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0242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32E3C-C3A0-23B2-DE6F-277686A49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A5D2DF-9871-9AA3-3916-28DEC4F4F3C8}"/>
              </a:ext>
            </a:extLst>
          </p:cNvPr>
          <p:cNvSpPr txBox="1"/>
          <p:nvPr/>
        </p:nvSpPr>
        <p:spPr>
          <a:xfrm>
            <a:off x="0" y="700423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60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A2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주의 말씀 주시고 우리 감사드리네</a:t>
            </a:r>
            <a:endParaRPr kumimoji="0" lang="en-US" altLang="ko-KR" sz="60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60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주의 날개 그늘 밑 우리 피난처 되네</a:t>
            </a:r>
            <a:endParaRPr lang="en-US" altLang="ko-KR" sz="60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주의 길을 따르며 우리 주께 순종해</a:t>
            </a:r>
            <a:endParaRPr kumimoji="0" lang="en-US" altLang="ko-KR" sz="60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60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모든 상황 속에서도 찬양의 제사 드리네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114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3BC11-9F16-A2F9-4594-2FCDED3F0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F12730-B492-D67D-E837-FE3250748F40}"/>
              </a:ext>
            </a:extLst>
          </p:cNvPr>
          <p:cNvSpPr txBox="1"/>
          <p:nvPr/>
        </p:nvSpPr>
        <p:spPr>
          <a:xfrm>
            <a:off x="0" y="700423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60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B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찬양의 제사 드리며 성소로 들어갑니다</a:t>
            </a:r>
            <a:endParaRPr kumimoji="0" lang="en-US" altLang="ko-KR" sz="60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60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찬양의 제사 드리며 성소로 들어갑니다</a:t>
            </a:r>
            <a:endParaRPr lang="en-US" altLang="ko-KR" sz="60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우리 모두 </a:t>
            </a:r>
            <a:r>
              <a:rPr lang="ko-KR" altLang="en-US" sz="60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주님께 감사의 제사를 </a:t>
            </a:r>
            <a:r>
              <a:rPr lang="ko-KR" altLang="en-US" sz="60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드리세</a:t>
            </a:r>
            <a:endParaRPr lang="en-US" altLang="ko-KR" sz="60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60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우리 모두 주님께 기쁨의 제사 드리네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1238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0F51C-8882-FB10-CA67-4CB48D826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767A82-910E-6898-C3DE-6E0C236D0DA3}"/>
              </a:ext>
            </a:extLst>
          </p:cNvPr>
          <p:cNvSpPr txBox="1"/>
          <p:nvPr/>
        </p:nvSpPr>
        <p:spPr>
          <a:xfrm>
            <a:off x="0" y="1210272"/>
            <a:ext cx="12192000" cy="4437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6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간주</a:t>
            </a:r>
          </a:p>
        </p:txBody>
      </p:sp>
    </p:spTree>
    <p:extLst>
      <p:ext uri="{BB962C8B-B14F-4D97-AF65-F5344CB8AC3E}">
        <p14:creationId xmlns:p14="http://schemas.microsoft.com/office/powerpoint/2010/main" val="369436100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PresentationFormat>와이드스크린</PresentationFormat>
  <Slides>0</Slides>
  <Notes>0</Notes>
  <HiddenSlides>0</HiddenSlide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찬양 콘티</dc:title>
  <dc:creator>lyrics-generator</dc:creator>
</cp:coreProperties>
</file>