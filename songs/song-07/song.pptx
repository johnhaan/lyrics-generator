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175F-1C23-5FFF-A15D-E880F1EF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CA4395-7AE4-DC41-B17A-2395C6692F08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사랑하는 나의 아버지</a:t>
            </a:r>
            <a:endParaRPr kumimoji="0" lang="en-US" altLang="ko-KR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70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170B-1B4B-CC31-13D1-DA73D6BE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F65DBC-B8BC-E223-1601-BB5818DCB65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 </a:t>
            </a:r>
            <a:r>
              <a:rPr kumimoji="0" lang="ko-KR" altLang="en-US" sz="7200" b="1" i="0" u="none" strike="noStrike" kern="1200" cap="none" spc="-300" normalizeH="0" baseline="0" noProof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사랑하는 나의 아버지</a:t>
            </a:r>
            <a:endParaRPr kumimoji="0" lang="en-US" altLang="ko-KR" sz="7200" b="1" i="0" u="none" strike="noStrike" kern="1200" cap="none" spc="-300" normalizeH="0" baseline="0" noProof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이름 높여드립니다</a:t>
            </a:r>
            <a:endParaRPr lang="en-US" altLang="ko-KR" sz="7200" b="1" spc="-30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주의 나라 찬양 속에 임하시니</a:t>
            </a:r>
            <a:endParaRPr kumimoji="0" lang="en-US" altLang="ko-KR" sz="7200" b="1" i="0" u="none" strike="noStrike" kern="1200" cap="none" spc="-300" normalizeH="0" baseline="0" noProof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능력의 주께 찬송하네</a:t>
            </a:r>
            <a:endParaRPr kumimoji="0" lang="en-US" altLang="ko-KR" sz="7200" b="1" i="0" u="none" strike="noStrike" kern="1200" cap="none" spc="-300" normalizeH="0" baseline="0" noProof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29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170B-1B4B-CC31-13D1-DA73D6BE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F65DBC-B8BC-E223-1601-BB5818DCB65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B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전능하신 하나님 찬양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언제나 동일하신 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전능하신 하나님 찬양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영원히 다스리네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29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F170B-1B4B-CC31-13D1-DA73D6BE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0F65DBC-B8BC-E223-1601-BB5818DCB65B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C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나 주의 이름 높이리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 주의 이름 높이리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하늘 높이 올린 깃발처럼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이름 높이리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29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