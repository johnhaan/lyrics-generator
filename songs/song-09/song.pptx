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D175F-1C23-5FFF-A15D-E880F1EF4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9CA4395-7AE4-DC41-B17A-2395C6692F08}"/>
              </a:ext>
            </a:extLst>
          </p:cNvPr>
          <p:cNvSpPr txBox="1"/>
          <p:nvPr/>
        </p:nvSpPr>
        <p:spPr>
          <a:xfrm>
            <a:off x="145774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예수로 사는 인생</a:t>
            </a:r>
            <a:endParaRPr kumimoji="0" lang="en-US" altLang="ko-KR" sz="9600" b="1" i="0" u="none" strike="noStrike" kern="1200" cap="none" spc="0" normalizeH="0" baseline="0" noProof="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7708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AC167-4065-DB76-14F8-5A77F5A37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3854471-D5D6-0321-0A49-8409F4A84B63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A1</a:t>
            </a:r>
            <a:r>
              <a:rPr kumimoji="0" lang="en-US" altLang="ko-KR" sz="7200" b="1" i="0" u="none" strike="noStrike" kern="1200" cap="none" spc="-300" normalizeH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이름 불러주시고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내 삶의 주인 되시는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맘의 노래되시는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그는 크신 나의 예수님 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68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AC167-4065-DB76-14F8-5A77F5A37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3854471-D5D6-0321-0A49-8409F4A84B63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</a:t>
            </a: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삶의 무게가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내 맘을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누르고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버틸 힘 없는 시간을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지날 때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예수만 의지하는 삶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되기 원하네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주 붙드네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68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AC167-4065-DB76-14F8-5A77F5A37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3854471-D5D6-0321-0A49-8409F4A84B63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Bb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주님 시선을 거두지 않으사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은혜로 감당케 하시네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예수로 사는 인생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책임져 주시니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주께 맡기네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68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AC167-4065-DB76-14F8-5A77F5A37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3854471-D5D6-0321-0A49-8409F4A84B63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A2</a:t>
            </a:r>
            <a:r>
              <a:rPr kumimoji="0" lang="en-US" altLang="ko-KR" sz="7200" b="1" i="0" u="none" strike="noStrike" kern="1200" cap="none" spc="-300" normalizeH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r>
              <a:rPr kumimoji="0" lang="ko-KR" altLang="en-US" sz="7200" b="1" i="0" u="none" strike="noStrike" kern="1200" cap="none" spc="-300" normalizeH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내 안의 모든 염려는</a:t>
            </a:r>
            <a:endParaRPr kumimoji="0" lang="en-US" altLang="ko-KR" sz="7200" b="1" i="0" u="none" strike="noStrike" kern="1200" cap="none" spc="-300" normalizeH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baseline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절실한 기도 되리라</a:t>
            </a:r>
            <a:endParaRPr lang="en-US" altLang="ko-KR" sz="7200" b="1" spc="-300" baseline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답답한 현실 속에서</a:t>
            </a:r>
            <a:endParaRPr kumimoji="0" lang="en-US" altLang="ko-KR" sz="7200" b="1" i="0" u="none" strike="noStrike" kern="1200" cap="none" spc="-300" normalizeH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주만 온전히 바라봅니다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68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