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어둠 속에서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어둠 속에서 헤맬 때에도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함께 계셔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시험 당하여 괴로울 때도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함께 계셔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기뻐 찬양하며 할렐루 할렐루야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 할렐루야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모두 찬양 할렐루 할렐루야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나와 함께 계시니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은밀한 곳에서 기도할 때도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함께 계셔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내가 아무도 모르게 선한일할 때도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함께 계셔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힘이 없고 연약한 사람들에게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함께 계셔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 모든 형제와 자매들에게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주님은 함께 계셔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기뻐 찬양하며 할렐루 할렐루야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 할렐루야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모두 찬양 할렐루 할렐루야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주님 나와 함께 계시니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