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5" r:id="rId1"/>
  </p:sldMasterIdLst>
  <p:sldIdLst>
    <p:sldId id="256" r:id="rId56"/>
    <p:sldId id="257" r:id="rId57"/>
    <p:sldId id="258" r:id="rId58"/>
    <p:sldId id="259" r:id="rId59"/>
    <p:sldId id="260" r:id="rId60"/>
    <p:sldId id="261" r:id="rId6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213" autoAdjust="0"/>
    <p:restoredTop sz="94660"/>
  </p:normalViewPr>
  <p:slideViewPr>
    <p:cSldViewPr snapToGrid="0">
      <p:cViewPr>
        <p:scale>
          <a:sx n="80" d="100"/>
          <a:sy n="80" d="100"/>
        </p:scale>
        <p:origin x="2176" y="1208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55" Type="http://schemas.openxmlformats.org/officeDocument/2006/relationships/tableStyles" Target="tableStyles.xml"/><Relationship Id="rId53" Type="http://schemas.openxmlformats.org/officeDocument/2006/relationships/viewProps" Target="viewProps.xml"/><Relationship Id="rId52" Type="http://schemas.openxmlformats.org/officeDocument/2006/relationships/presProps" Target="presProps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56" Type="http://schemas.openxmlformats.org/officeDocument/2006/relationships/slide" Target="slides/slide1.xml"/><Relationship Id="rId57" Type="http://schemas.openxmlformats.org/officeDocument/2006/relationships/slide" Target="slides/slide2.xml"/><Relationship Id="rId58" Type="http://schemas.openxmlformats.org/officeDocument/2006/relationships/slide" Target="slides/slide3.xml"/><Relationship Id="rId59" Type="http://schemas.openxmlformats.org/officeDocument/2006/relationships/slide" Target="slides/slide4.xml"/><Relationship Id="rId60" Type="http://schemas.openxmlformats.org/officeDocument/2006/relationships/slide" Target="slides/slide5.xml"/><Relationship Id="rId61" Type="http://schemas.openxmlformats.org/officeDocument/2006/relationships/slide" Target="slides/slide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>
              <a:defRPr/>
            </a:pPr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 preserve="1">
  <p:cSld name="제목 및 내용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1_Office 테마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</p:sldLayoutIdLst>
  <p:transition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210272"/>
            <a:ext cx="12192000" cy="4437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6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유월절 어린 양의 피로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BD35D-48F2-F74A-04C8-791F742B6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534303-F635-69FF-F08F-C558C9D66902}"/>
              </a:ext>
            </a:extLst>
          </p:cNvPr>
          <p:cNvSpPr txBox="1"/>
          <p:nvPr/>
        </p:nvSpPr>
        <p:spPr>
          <a:xfrm>
            <a:off x="0" y="478752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A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유월절 어린 양의 피로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나의 삶의 문이 열렸네</a:t>
            </a:r>
            <a:endParaRPr kumimoji="0" lang="en-US" altLang="ko-KR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저 어둠의 권세는 힘이 없네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주 보혈의 능력으로</a:t>
            </a:r>
            <a:endParaRPr kumimoji="0" lang="en-US" altLang="ko-KR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02425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BA1FB-72C8-CD25-A6ED-93254AB58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B70F13-3A77-9F0C-0C5A-A1E3EA583274}"/>
              </a:ext>
            </a:extLst>
          </p:cNvPr>
          <p:cNvSpPr txBox="1"/>
          <p:nvPr/>
        </p:nvSpPr>
        <p:spPr>
          <a:xfrm>
            <a:off x="0" y="-8466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원수가 날 정죄할 때에도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난 의롭게 설 수 있네</a:t>
            </a:r>
            <a:endParaRPr kumimoji="0" lang="en-US" altLang="ko-KR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난 더 이상 정죄함 없네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난 주 보혈 아래 있네</a:t>
            </a:r>
            <a:endParaRPr kumimoji="0" lang="en-US" altLang="ko-KR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1650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D3D1E2-F6A5-0183-230B-062EA9B4A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C67590-E7D5-3D87-69E3-B3806DF7F9AE}"/>
              </a:ext>
            </a:extLst>
          </p:cNvPr>
          <p:cNvSpPr txBox="1"/>
          <p:nvPr/>
        </p:nvSpPr>
        <p:spPr>
          <a:xfrm>
            <a:off x="0" y="478752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B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난 주 보혈 아래 있네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그 피로 내 죄 사했네</a:t>
            </a:r>
            <a:endParaRPr kumimoji="0" lang="en-US" altLang="ko-KR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하나님의 긍휼 날 거룩케 하시었네</a:t>
            </a:r>
            <a:endParaRPr kumimoji="0" lang="en-US" altLang="ko-KR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36433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4BE7D-5015-39E0-EBDF-BE11F7381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B178E3C-646E-E6C6-8A72-27C2D1CA4A54}"/>
              </a:ext>
            </a:extLst>
          </p:cNvPr>
          <p:cNvSpPr txBox="1"/>
          <p:nvPr/>
        </p:nvSpPr>
        <p:spPr>
          <a:xfrm>
            <a:off x="0" y="-8466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난 주 보혈 아래 있네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난 원수의 어떠한 공격에도</a:t>
            </a:r>
            <a:endParaRPr kumimoji="0" lang="en-US" altLang="ko-KR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더 이상 넘어지지 않네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난 주 보혈 아래 있네</a:t>
            </a:r>
            <a:endParaRPr kumimoji="0" lang="en-US" altLang="ko-KR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17354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0F51C-8882-FB10-CA67-4CB48D826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D767A82-910E-6898-C3DE-6E0C236D0DA3}"/>
              </a:ext>
            </a:extLst>
          </p:cNvPr>
          <p:cNvSpPr txBox="1"/>
          <p:nvPr/>
        </p:nvSpPr>
        <p:spPr>
          <a:xfrm>
            <a:off x="0" y="1210272"/>
            <a:ext cx="12192000" cy="4437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6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간주</a:t>
            </a:r>
          </a:p>
        </p:txBody>
      </p:sp>
    </p:spTree>
    <p:extLst>
      <p:ext uri="{BB962C8B-B14F-4D97-AF65-F5344CB8AC3E}">
        <p14:creationId xmlns:p14="http://schemas.microsoft.com/office/powerpoint/2010/main" val="369436100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Macintosh PowerPoint</Application>
  <PresentationFormat>와이드스크린</PresentationFormat>
  <Slides>0</Slides>
  <Notes>0</Notes>
  <HiddenSlides>0</HiddenSlide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찬양 콘티</dc:title>
  <dc:creator>lyrics-generator</dc:creator>
</cp:coreProperties>
</file>