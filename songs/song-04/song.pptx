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4F4A7-C7B7-9D3A-5A94-A11FF214A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4BFE0B0-1B74-9134-5391-732B4D220B96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4.</a:t>
            </a: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80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나는 주를 섬기는 것에</a:t>
            </a:r>
            <a:endParaRPr lang="en-US" altLang="ko-KR" sz="96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+</a:t>
            </a:r>
            <a:r>
              <a:rPr lang="en-US" altLang="ko-KR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80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이것이 나의 간증이요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523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B2823-2147-FC69-2A75-D2490EE39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AFE41-B331-D98A-13EE-1396EF461652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나의 평생에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가장 복된 일은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예수님을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만난 것이라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031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2E5E5-C557-0590-9BE5-01A7898F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DBCE4E-3D45-5FF1-903A-1A5CA10F7E3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나의 평생에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가장 잘한 일은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예수님을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주로 섬긴 것이라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033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DB8D0-55BE-11BE-04EE-D8E051B14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FD46F5-9DFD-8BC8-A5F2-88129C410F9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세상 살 동안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걷는 길이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때론 험하여서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넘어 질 때도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779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4D07F-92B9-1C1F-E74D-EBF07875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B9F98D-FFB6-89EF-644D-4A07A79C90C3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강한 손이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붙드시니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나는 예수님만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주로 섬기며 살리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452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00BA2-FD5C-2FBE-15C8-C72A4DF31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1C02FE-BEFF-A111-6597-03250EA62C15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나는 주를 섬기는 것에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후회가 없습니다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걸어온 모든 시간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 주의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은혜니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828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F9A9E-A06F-91EB-1058-10202F1D9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C5CD18-5072-98F4-B2C1-ED35E3ADDB5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내가 걸어갈 모든 날도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주만 섬기며 살리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오직 예수 이름 부르며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살아가리라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17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C7EDF-7B32-4A3C-1E9C-B3BF83864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192656-0095-0331-AB90-901C4017DE0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이것이 나의 간증이요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이것이 나의 찬송일세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 사는 동안 끊임없이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구주를 찬송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하리로다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61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