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95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13" autoAdjust="0"/>
    <p:restoredTop sz="94660"/>
  </p:normalViewPr>
  <p:slideViewPr>
    <p:cSldViewPr snapToGrid="0">
      <p:cViewPr varScale="1">
        <p:scale>
          <a:sx n="128" d="100"/>
          <a:sy n="128" d="100"/>
        </p:scale>
        <p:origin x="312" y="176"/>
      </p:cViewPr>
      <p:guideLst>
        <p:guide orient="horz" pos="2159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>
              <a:defRPr/>
            </a:pPr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1_Office 테마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defRPr/>
            </a:pPr>
            <a:r>
              <a:rPr lang="ko-KR" altLang="en-US"/>
              <a:t>마스터 텍스트 스타일을 편집하려면 클릭</a:t>
            </a:r>
          </a:p>
          <a:p>
            <a:pPr lvl="1">
              <a:defRPr/>
            </a:pPr>
            <a:r>
              <a:rPr lang="ko-KR" altLang="en-US"/>
              <a:t>두 번째 수준</a:t>
            </a:r>
          </a:p>
          <a:p>
            <a:pPr lvl="2">
              <a:defRPr/>
            </a:pPr>
            <a:r>
              <a:rPr lang="ko-KR" altLang="en-US"/>
              <a:t>세 번째 수준</a:t>
            </a:r>
          </a:p>
          <a:p>
            <a:pPr lvl="3">
              <a:defRPr/>
            </a:pPr>
            <a:r>
              <a:rPr lang="ko-KR" altLang="en-US"/>
              <a:t>네 번째 수준</a:t>
            </a:r>
          </a:p>
          <a:p>
            <a:pPr lvl="4">
              <a:defRPr/>
            </a:pPr>
            <a:r>
              <a:rPr lang="ko-KR" altLang="en-US"/>
              <a:t>다섯 번째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0BD871DD-1858-4781-B254-D16AD077A5DC}" type="datetime1">
              <a:rPr lang="ko-KR" altLang="en-US"/>
              <a:pPr lvl="0">
                <a:defRPr/>
              </a:pPr>
              <a:t>2026. 6. 21.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>
              <a:defRPr/>
            </a:pPr>
            <a:fld id="{7E389C4C-7C70-4712-AF5A-793F4BBAA38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</p:sldLayoutIdLst>
  <p:transition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4F4A7-C7B7-9D3A-5A94-A11FF214A1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4BFE0B0-1B74-9134-5391-732B4D220B96}"/>
              </a:ext>
            </a:extLst>
          </p:cNvPr>
          <p:cNvSpPr txBox="1"/>
          <p:nvPr/>
        </p:nvSpPr>
        <p:spPr>
          <a:xfrm>
            <a:off x="145774" y="1210272"/>
            <a:ext cx="12192000" cy="4437456"/>
          </a:xfrm>
          <a:prstGeom prst="rect">
            <a:avLst/>
          </a:prstGeom>
          <a:noFill/>
        </p:spPr>
        <p:txBody>
          <a:bodyPr wrap="square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80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나는 주를 섬기는 것에</a:t>
            </a:r>
            <a:r>
              <a:rPr lang="en-US" altLang="ko-KR" sz="80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+</a:t>
            </a:r>
            <a:r>
              <a:rPr lang="ko-KR" altLang="en-US" sz="8000" b="1" spc="-300" dirty="0">
                <a:ln w="9525">
                  <a:solidFill>
                    <a:prstClr val="black"/>
                  </a:solidFill>
                </a:ln>
                <a:solidFill>
                  <a:srgbClr val="FFFF00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이것이 나의 간증이요</a:t>
            </a:r>
            <a:endParaRPr kumimoji="0" lang="en-US" altLang="ko-KR" sz="9600" b="1" i="0" u="none" strike="noStrike" kern="1200" cap="none" spc="0" normalizeH="0" baseline="0" noProof="0" dirty="0">
              <a:ln w="9525">
                <a:solidFill>
                  <a:prstClr val="black"/>
                </a:solidFill>
              </a:ln>
              <a:solidFill>
                <a:srgbClr val="FFFF00"/>
              </a:solidFill>
              <a:effectLst/>
              <a:uLnTx/>
              <a:uFillTx/>
              <a:latin typeface="휴먼모음T" panose="02030504000101010101" pitchFamily="18" charset="-127"/>
              <a:ea typeface="휴먼모음T" panose="02030504000101010101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35234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B2823-2147-FC69-2A75-D2490EE39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CAFE41-B331-D98A-13EE-1396EF461652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A1a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나의 평생에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가장 복된 일은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내가 예수님을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만난 것이라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60319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2E5E5-C557-0590-9BE5-01A7898FF9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DBCE4E-3D45-5FF1-903A-1A5CA10F7E31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A1b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나의 평생에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가장 잘한 일은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내가 예수님을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주로 섬긴 것이라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033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DB8D0-55BE-11BE-04EE-D8E051B14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FD46F5-9DFD-8BC8-A5F2-88129C410F91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A2a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세상 살 동안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내가 걷는 길이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때론 험하여서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넘어 질 때도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77790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4D07F-92B9-1C1F-E74D-EBF07875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B9F98D-FFB6-89EF-644D-4A07A79C90C3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A2b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주의 강한 손이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나를 붙드시니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나는 예수님만</a:t>
            </a:r>
            <a:endParaRPr lang="en-US" altLang="ko-Kore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ore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주로 섬기며 살리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4524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00BA2-FD5C-2FBE-15C8-C72A4DF316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1C02FE-BEFF-A111-6597-03250EA62C15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Ba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나는 주를 섬기는 것에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후회가 없습니다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내가 걸어온 모든 시간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다 주의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은혜니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38284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8F9A9E-A06F-91EB-1058-10202F1D9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7C5CD18-5072-98F4-B2C1-ED35E3ADDB57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Bb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 내가 걸어갈 모든 날도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주만 섬기며 살리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오직 예수 이름 부르며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살아가리라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6175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C7EDF-7B32-4A3C-1E9C-B3BF83864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8192656-0095-0331-AB90-901C4017DE07}"/>
              </a:ext>
            </a:extLst>
          </p:cNvPr>
          <p:cNvSpPr txBox="1"/>
          <p:nvPr/>
        </p:nvSpPr>
        <p:spPr>
          <a:xfrm>
            <a:off x="0" y="635505"/>
            <a:ext cx="12192000" cy="5469203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C </a:t>
            </a: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이것이 나의 간증이요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이것이 나의 찬송일세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나 사는 동안 끊임없이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7200" b="1" spc="-300" dirty="0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구주를 찬송 </a:t>
            </a:r>
            <a:r>
              <a:rPr lang="ko-KR" altLang="en-US" sz="7200" b="1" spc="-300" dirty="0" err="1">
                <a:ln w="9525">
                  <a:solidFill>
                    <a:prstClr val="black"/>
                  </a:solidFill>
                </a:ln>
                <a:solidFill>
                  <a:prstClr val="white"/>
                </a:solidFill>
                <a:latin typeface="휴먼모음T" panose="02030504000101010101" pitchFamily="18" charset="-127"/>
                <a:ea typeface="휴먼모음T" panose="02030504000101010101" pitchFamily="18" charset="-127"/>
              </a:rPr>
              <a:t>하리로다</a:t>
            </a:r>
            <a:endParaRPr lang="en-US" altLang="ko-KR" sz="7200" b="1" spc="-300" dirty="0">
              <a:ln w="9525">
                <a:solidFill>
                  <a:prstClr val="black"/>
                </a:solidFill>
              </a:ln>
              <a:solidFill>
                <a:prstClr val="white"/>
              </a:solidFill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0611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93</Words>
  <Application>Microsoft Macintosh PowerPoint</Application>
  <PresentationFormat>와이드스크린</PresentationFormat>
  <Paragraphs>29</Paragraphs>
  <Slides>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맑은 고딕</vt:lpstr>
      <vt:lpstr>휴먼모음T</vt:lpstr>
      <vt:lpstr>Arial</vt:lpstr>
      <vt:lpstr>1_Office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찬양 콘티</dc:title>
  <dc:creator>lyrics-generator</dc:creator>
  <cp:lastModifiedBy>승진 한</cp:lastModifiedBy>
  <cp:revision>9</cp:revision>
  <dcterms:modified xsi:type="dcterms:W3CDTF">2026-06-21T14:04:41Z</dcterms:modified>
</cp:coreProperties>
</file>