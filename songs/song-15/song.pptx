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사랑의 노래되리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 속에 날 주가 붙드사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사랑 안에서 살게 하시네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멈추지 않는 주의 큰사랑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작은 삶에서 흐르게 하시네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사랑 사랑 크신 사랑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나를 살게해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사랑 사랑 크신 사랑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위해 살리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함께 하는 모든 순간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감사하며 살리라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 약속 이루시리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기뻐하리라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소망 없던 내 삶에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의미를 주신 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그의 사랑의 노래되리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거친 길이라 해도 주 다 아시니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함께 가리라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 속에 날 주가 붙드사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사랑 안에서 살게 하시네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멈추지 않는 주의 큰사랑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작은 삶에서 흐르게 하시네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소망 없던 내 삶에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의미를 주신 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그의 사랑의 노래되리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거친 길이라 해도 주 다 아시니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주와 함께 가리라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X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