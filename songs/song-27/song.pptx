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예수보다 더 큰 사랑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예수보다 더 큰 사랑 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그 누구도 줄 수 없네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우리에게 자유주신 그 큰 사랑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AD7BE-3E17-459D-EDC1-7A490C950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062BCD-F154-FD02-74F4-A23A5DAA56C9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 </a:t>
            </a:r>
            <a:r>
              <a:rPr kumimoji="0" lang="ko-KR" altLang="en-US" sz="72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찬양하세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영원히 변치 않는 그 사랑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위대한 그 사랑 내 죄 씻었네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세상 모든 능력과 권세보다 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강하신 영원한 그 사랑</a:t>
            </a:r>
          </a:p>
        </p:txBody>
      </p:sp>
    </p:spTree>
    <p:extLst>
      <p:ext uri="{BB962C8B-B14F-4D97-AF65-F5344CB8AC3E}">
        <p14:creationId xmlns:p14="http://schemas.microsoft.com/office/powerpoint/2010/main" val="2591756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E4137-67EE-2896-FE59-919785B33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4D28B5-E07C-B2B5-3640-BF6BB72EB9B3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C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예수보다 더 큰 사랑 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그 누구도 줄 수 없네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우리에게 자유주신 그 큰 사랑</a:t>
            </a:r>
          </a:p>
        </p:txBody>
      </p:sp>
    </p:spTree>
    <p:extLst>
      <p:ext uri="{BB962C8B-B14F-4D97-AF65-F5344CB8AC3E}">
        <p14:creationId xmlns:p14="http://schemas.microsoft.com/office/powerpoint/2010/main" val="3902541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04803-158C-6619-8474-B3E3F8527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892E86-A6F3-70FA-36FF-BE6AEB6EDC1D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간주</a:t>
            </a:r>
          </a:p>
        </p:txBody>
      </p:sp>
    </p:spTree>
    <p:extLst>
      <p:ext uri="{BB962C8B-B14F-4D97-AF65-F5344CB8AC3E}">
        <p14:creationId xmlns:p14="http://schemas.microsoft.com/office/powerpoint/2010/main" val="275107714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