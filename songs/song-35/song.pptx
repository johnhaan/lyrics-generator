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  <p:sldId id="265" r:id="rId65"/>
    <p:sldId id="266" r:id="rId66"/>
    <p:sldId id="267" r:id="rId67"/>
    <p:sldId id="268" r:id="rId68"/>
    <p:sldId id="269" r:id="rId69"/>
    <p:sldId id="270" r:id="rId70"/>
    <p:sldId id="271" r:id="rId7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Relationship Id="rId65" Type="http://schemas.openxmlformats.org/officeDocument/2006/relationships/slide" Target="slides/slide10.xml"/><Relationship Id="rId66" Type="http://schemas.openxmlformats.org/officeDocument/2006/relationships/slide" Target="slides/slide11.xml"/><Relationship Id="rId67" Type="http://schemas.openxmlformats.org/officeDocument/2006/relationships/slide" Target="slides/slide12.xml"/><Relationship Id="rId68" Type="http://schemas.openxmlformats.org/officeDocument/2006/relationships/slide" Target="slides/slide13.xml"/><Relationship Id="rId69" Type="http://schemas.openxmlformats.org/officeDocument/2006/relationships/slide" Target="slides/slide14.xml"/><Relationship Id="rId70" Type="http://schemas.openxmlformats.org/officeDocument/2006/relationships/slide" Target="slides/slide15.xml"/><Relationship Id="rId71" Type="http://schemas.openxmlformats.org/officeDocument/2006/relationships/slide" Target="slides/slide1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한 분만으로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" y="5339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한 분만으로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나는 만족해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모든 것 되신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찬양해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576CE-C066-0B67-3ABE-75B1FDA23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F138B3-D4F3-FC1B-65CA-E34683458F1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영원한 생명 되신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예수님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목소리 높여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찬양해</a:t>
            </a:r>
          </a:p>
        </p:txBody>
      </p:sp>
    </p:spTree>
    <p:extLst>
      <p:ext uri="{BB962C8B-B14F-4D97-AF65-F5344CB8AC3E}">
        <p14:creationId xmlns:p14="http://schemas.microsoft.com/office/powerpoint/2010/main" val="2093573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02E9E-E201-D972-305D-7DBB67E4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BE53CE-3A89-B545-CDA7-D3C8C4ABD866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주님의 크신 사랑 찬양해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힘과 능력이 되신 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모든 삶 변화되었네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크신 주의 사랑 찬양해</a:t>
            </a:r>
          </a:p>
        </p:txBody>
      </p:sp>
    </p:spTree>
    <p:extLst>
      <p:ext uri="{BB962C8B-B14F-4D97-AF65-F5344CB8AC3E}">
        <p14:creationId xmlns:p14="http://schemas.microsoft.com/office/powerpoint/2010/main" val="2390330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2622C-4DC4-DE85-89FA-7686884BD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779A17-9977-DE5C-E111-F56713549F4E}"/>
              </a:ext>
            </a:extLst>
          </p:cNvPr>
          <p:cNvSpPr txBox="1"/>
          <p:nvPr/>
        </p:nvSpPr>
        <p:spPr>
          <a:xfrm>
            <a:off x="76200" y="5339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한 분만으로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나는 만족해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모든 것 되신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찬양해</a:t>
            </a:r>
          </a:p>
        </p:txBody>
      </p:sp>
    </p:spTree>
    <p:extLst>
      <p:ext uri="{BB962C8B-B14F-4D97-AF65-F5344CB8AC3E}">
        <p14:creationId xmlns:p14="http://schemas.microsoft.com/office/powerpoint/2010/main" val="90560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B189-0ACB-72D4-02C7-AE4A45944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BC5D3-99DD-7586-E700-894D4F95ADFC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영원한 생명 되신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예수님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목소리 높여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찬양해</a:t>
            </a:r>
          </a:p>
        </p:txBody>
      </p:sp>
    </p:spTree>
    <p:extLst>
      <p:ext uri="{BB962C8B-B14F-4D97-AF65-F5344CB8AC3E}">
        <p14:creationId xmlns:p14="http://schemas.microsoft.com/office/powerpoint/2010/main" val="4294634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2DB23-3A6C-4394-BEB4-C7CFA66A2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B28D2E-1B92-8967-850A-2C5D8283326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주님의 크신 사랑 찬양해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힘과 능력이 되신 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모든 삶 변화되었네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크신 주의 사랑 찬양해</a:t>
            </a:r>
          </a:p>
        </p:txBody>
      </p:sp>
    </p:spTree>
    <p:extLst>
      <p:ext uri="{BB962C8B-B14F-4D97-AF65-F5344CB8AC3E}">
        <p14:creationId xmlns:p14="http://schemas.microsoft.com/office/powerpoint/2010/main" val="86164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42C34-CDA2-A0D0-971F-5FB38748F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7AE750-4230-FB38-EBA4-3C225F79835D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주님의 크신 사랑 찬양해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힘과 능력이 되신 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모든 삶 변화되었네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크신 주의 사랑 찬양해</a:t>
            </a:r>
          </a:p>
        </p:txBody>
      </p:sp>
    </p:spTree>
    <p:extLst>
      <p:ext uri="{BB962C8B-B14F-4D97-AF65-F5344CB8AC3E}">
        <p14:creationId xmlns:p14="http://schemas.microsoft.com/office/powerpoint/2010/main" val="336747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375B7-BB3D-FBB4-61F8-7E7E6B825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2604A4-F382-7168-38F5-E5D68F691EA2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다음 곡 후렴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하늘 영광 버리고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 땅 위에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삽자가를 지시고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죄 사했네</a:t>
            </a:r>
          </a:p>
        </p:txBody>
      </p:sp>
    </p:spTree>
    <p:extLst>
      <p:ext uri="{BB962C8B-B14F-4D97-AF65-F5344CB8AC3E}">
        <p14:creationId xmlns:p14="http://schemas.microsoft.com/office/powerpoint/2010/main" val="1485001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60A8C-6784-F4F7-098A-DAEA3F935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B882A1-5900-D130-2845-C5CDFA191305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무덤에서 일어나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하늘로 올리셨네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이름 높이리</a:t>
            </a:r>
          </a:p>
        </p:txBody>
      </p:sp>
    </p:spTree>
    <p:extLst>
      <p:ext uri="{BB962C8B-B14F-4D97-AF65-F5344CB8AC3E}">
        <p14:creationId xmlns:p14="http://schemas.microsoft.com/office/powerpoint/2010/main" val="354982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13F76-5256-6ACB-A5F6-3DE485F9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6FAD83-C520-5A16-2F30-A1A756D47964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간 주</a:t>
            </a:r>
            <a:r>
              <a:rPr lang="en-US" altLang="ko-KR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lang="ko-KR" altLang="en-US" sz="96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987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F505E-F05A-787C-5372-9EC009389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E679DC-89E5-3C63-B5F4-EBE980D6DA2E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이름 높이며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주를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찬양하나이다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구하러 오신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주를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기뻐하나이다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2107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91770-D78C-3A54-E85F-BBB1FF6A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89146D-6474-DA51-1251-11F14563683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하늘 영광 버리고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 땅 위에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삽자가를 지시고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죄 사했네</a:t>
            </a:r>
          </a:p>
        </p:txBody>
      </p:sp>
    </p:spTree>
    <p:extLst>
      <p:ext uri="{BB962C8B-B14F-4D97-AF65-F5344CB8AC3E}">
        <p14:creationId xmlns:p14="http://schemas.microsoft.com/office/powerpoint/2010/main" val="1377003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C47FA-574B-E9F1-2953-D2D6257BC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2C540E-7FE0-D298-84E3-D9E905ADFD70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무덤에서 일어나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하늘로 올리셨네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이름 높이리</a:t>
            </a:r>
          </a:p>
        </p:txBody>
      </p:sp>
    </p:spTree>
    <p:extLst>
      <p:ext uri="{BB962C8B-B14F-4D97-AF65-F5344CB8AC3E}">
        <p14:creationId xmlns:p14="http://schemas.microsoft.com/office/powerpoint/2010/main" val="105323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D661-4ED0-33D5-6601-8125CC5E8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44E9A9-81BF-E28F-3C71-3645DAA8D41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하늘 영광 버리고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 땅 위에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삽자가를 지시고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죄 사했네</a:t>
            </a:r>
          </a:p>
        </p:txBody>
      </p:sp>
    </p:spTree>
    <p:extLst>
      <p:ext uri="{BB962C8B-B14F-4D97-AF65-F5344CB8AC3E}">
        <p14:creationId xmlns:p14="http://schemas.microsoft.com/office/powerpoint/2010/main" val="3260142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97028-9A93-0C1C-69B1-07DE68DC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70BDB5-894A-166A-B768-AFDBFF65FE0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무덤에서 일어나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하늘로 올리셨네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이름 높이리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후주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60871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