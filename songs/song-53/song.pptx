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105B0-816D-7516-79A4-F93E382A0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8DD28C-9431-A316-71EE-8B00B401550A}"/>
              </a:ext>
            </a:extLst>
          </p:cNvPr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창조의 아버지</a:t>
            </a:r>
          </a:p>
        </p:txBody>
      </p:sp>
    </p:spTree>
    <p:extLst>
      <p:ext uri="{BB962C8B-B14F-4D97-AF65-F5344CB8AC3E}">
        <p14:creationId xmlns:p14="http://schemas.microsoft.com/office/powerpoint/2010/main" val="1260011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0F090-9124-2A79-179C-D15E9AE1F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0973BA-F09B-1891-FD41-3D2F38CA528A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A1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</a:t>
            </a: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창조의 아버지 그 섭리 </a:t>
            </a:r>
            <a:r>
              <a:rPr kumimoji="0" lang="ko-KR" altLang="en-US" sz="54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보이사</a:t>
            </a:r>
            <a:endParaRPr kumimoji="0" lang="en-US" altLang="ko-KR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택하신 세대 일으키어 이 땅을 고치소서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크신 능력 만물이 사모하니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성령의 기름 </a:t>
            </a:r>
            <a:r>
              <a:rPr lang="ko-KR" altLang="en-US" sz="54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부어주사</a:t>
            </a: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이 시간 </a:t>
            </a:r>
            <a:r>
              <a:rPr lang="ko-KR" altLang="en-US" sz="54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임하소서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5752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FC553-FD4C-B477-15E4-A6F288B2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083F10-93BE-CACF-1561-29AA77FFB9B4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A2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열방의 통치자 세상이 보리라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신실한 주의 약속으로 교회는 승리하리</a:t>
            </a:r>
            <a:endParaRPr kumimoji="0" lang="en-US" altLang="ko-KR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우릴 </a:t>
            </a:r>
            <a:r>
              <a:rPr lang="ko-KR" altLang="en-US" sz="54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돌아보사</a:t>
            </a: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강건케 하소서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연약함 모두 벗어지고 승리케 </a:t>
            </a:r>
            <a:r>
              <a:rPr kumimoji="0" lang="ko-KR" altLang="en-US" sz="54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하옵소서</a:t>
            </a:r>
            <a:endParaRPr kumimoji="0" lang="en-US" altLang="ko-KR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9783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9D054-BA1F-CA18-514F-2DC6D9ADA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9F98B1-0117-D948-80ED-6F8070C77C75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 영광 여기 </a:t>
            </a:r>
            <a:r>
              <a:rPr lang="ko-KR" altLang="en-US" sz="54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임하사</a:t>
            </a: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열방 향해 그 빛 </a:t>
            </a:r>
            <a:r>
              <a:rPr kumimoji="0" lang="ko-KR" altLang="en-US" sz="54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비추소서</a:t>
            </a:r>
            <a:endParaRPr kumimoji="0" lang="en-US" altLang="ko-KR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얼굴 </a:t>
            </a:r>
            <a:r>
              <a:rPr lang="ko-KR" altLang="en-US" sz="54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구할때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주의 향기 </a:t>
            </a:r>
            <a:r>
              <a:rPr kumimoji="0" lang="ko-KR" altLang="en-US" sz="54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머무소서</a:t>
            </a:r>
            <a:endParaRPr kumimoji="0" lang="en-US" altLang="ko-KR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6957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46521-4859-4CE9-2DD3-9ED676775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4FA6CF-9851-FDB3-95B3-B248545BFD4F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C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주의</a:t>
            </a:r>
            <a:r>
              <a:rPr kumimoji="0" lang="en-US" altLang="ko-KR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</a:t>
            </a: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나라가 </a:t>
            </a:r>
            <a:r>
              <a:rPr kumimoji="0" lang="en-US" altLang="ko-KR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(</a:t>
            </a:r>
            <a:r>
              <a:rPr kumimoji="0" lang="ko-KR" altLang="en-US" sz="54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임하옵시며</a:t>
            </a:r>
            <a:r>
              <a:rPr kumimoji="0" lang="en-US" altLang="ko-KR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주님의 뜻이</a:t>
            </a:r>
            <a:r>
              <a:rPr lang="en-US" altLang="ko-KR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(</a:t>
            </a:r>
            <a:r>
              <a:rPr lang="ko-KR" altLang="en-US" sz="54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이뤄지이다</a:t>
            </a:r>
            <a:r>
              <a:rPr lang="en-US" altLang="ko-KR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이 땅 가운데</a:t>
            </a:r>
            <a:r>
              <a:rPr lang="en-US" altLang="ko-KR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(</a:t>
            </a: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하나님 아들</a:t>
            </a:r>
            <a:r>
              <a:rPr lang="en-US" altLang="ko-KR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영광 </a:t>
            </a:r>
            <a:r>
              <a:rPr kumimoji="0" lang="ko-KR" altLang="en-US" sz="54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보이소서</a:t>
            </a:r>
            <a:endParaRPr kumimoji="0" lang="en-US" altLang="ko-KR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782424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