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EE54-54B7-AA96-E24A-C09B003D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00F703-6402-4B82-484D-55E641A67394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237418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071A-112C-C7C1-1229-5E79AB2E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7A4C9-6D75-8159-4268-D334E674C21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하나님의 부르심에는 후회하심이 없네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내가 이 자리에 선 것도 주의 부르심이라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하나님의 부르심에는 결코 실수가 없네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나를 부르신 하나님의 신실하심을 믿네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8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3449-E2A4-3DFF-C9FC-552A61391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60B117-5046-82EE-76F1-AC6145D388B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작은 나를 부르신 뜻을 나는 알 수 없지만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오직 감사와 순종으로 주의 길을 가리라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때론 내가 </a:t>
            </a:r>
            <a:r>
              <a:rPr kumimoji="0" lang="ko-KR" altLang="en-US" sz="60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연약해져도</a:t>
            </a: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주님 날 도우시니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놀라운 그 계획을 나는 믿으며 살리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1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8A60-26F5-2B2C-902F-9C579E530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8E99BA-DA5B-35AA-4380-49777F196A6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B1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날 부르신 뜻 내 생각보다 크고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날 향한 계획 나의 지혜로 측량 못하나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가장 좋은 길로 가장 완전한 길로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오늘도 날 이끄심 믿네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42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DFA0D-C381-0B79-AF08-57F96195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E07E4C-9875-DDCC-7F1F-FC18C211E4A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날 부르신 뜻 내 생각보다 크고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날 향한 계획 나의 지혜로 측량 못하나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가장 좋은 길로 가장 완전한 길로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신실하신 </a:t>
            </a:r>
            <a:r>
              <a:rPr lang="ko-KR" altLang="en-US" sz="6000" b="1" spc="-30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주를 찬양해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537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B736-BB37-6FA7-E0AC-AF2419B81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01D10-9294-0F81-BCA7-5E61E037D115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29482170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