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1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12" y="17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4C2EA-4C0B-01C6-CA88-D3AB1182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50476A-2808-EB54-537B-3FC8B0A9BAE4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 나를 오라 하네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900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F3E1-14C6-DBEE-9AC6-7B368CE9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63334-885B-A12C-FE4E-17065F65913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나를 오라 하네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나를 오라 하네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어디든지 주를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같이 같이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953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D57A9-AA40-97A9-58B1-4F4FC7E2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D3E94-70EC-EE7D-818D-40941D4FFDB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겟세마네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동산까지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함께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가려하네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피땀 흘린 동산까지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함께 함께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754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5DEE-10E2-E15C-1CAB-8172E040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937699-1A51-6AAE-09D7-77ABAD223A3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인도하심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인도하심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어디든지 주를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같이 같이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122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7701-B065-CB68-2C87-0457CD46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3A0F33-846A-32DC-877B-A1581ECC144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주가 크신 은혜 내려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항상 돌보시고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크신 영광 보여주며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나와 함께 함께 가시네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031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</Words>
  <Application>Microsoft Macintosh PowerPoint</Application>
  <PresentationFormat>와이드스크린</PresentationFormat>
  <Paragraphs>17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휴먼모음T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  <cp:lastModifiedBy>승진 한</cp:lastModifiedBy>
  <cp:revision>5</cp:revision>
  <dcterms:modified xsi:type="dcterms:W3CDTF">2026-06-21T13:59:53Z</dcterms:modified>
</cp:coreProperties>
</file>