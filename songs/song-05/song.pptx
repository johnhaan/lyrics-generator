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95" r:id="rId1"/>
  </p:sldMasterIdLst>
  <p:sldIdLst>
    <p:sldId id="256" r:id="rId56"/>
    <p:sldId id="257" r:id="rId57"/>
    <p:sldId id="258" r:id="rId58"/>
    <p:sldId id="259" r:id="rId59"/>
    <p:sldId id="260" r:id="rId60"/>
    <p:sldId id="261" r:id="rId61"/>
    <p:sldId id="262" r:id="rId62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59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213" autoAdjust="0"/>
    <p:restoredTop sz="94660"/>
  </p:normalViewPr>
  <p:slideViewPr>
    <p:cSldViewPr snapToGrid="0">
      <p:cViewPr>
        <p:scale>
          <a:sx n="80" d="100"/>
          <a:sy n="80" d="100"/>
        </p:scale>
        <p:origin x="2176" y="1208"/>
      </p:cViewPr>
      <p:guideLst>
        <p:guide orient="horz" pos="2159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55" Type="http://schemas.openxmlformats.org/officeDocument/2006/relationships/tableStyles" Target="tableStyles.xml"/><Relationship Id="rId53" Type="http://schemas.openxmlformats.org/officeDocument/2006/relationships/viewProps" Target="viewProps.xml"/><Relationship Id="rId52" Type="http://schemas.openxmlformats.org/officeDocument/2006/relationships/presProps" Target="presProps.xml"/><Relationship Id="rId54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56" Type="http://schemas.openxmlformats.org/officeDocument/2006/relationships/slide" Target="slides/slide1.xml"/><Relationship Id="rId57" Type="http://schemas.openxmlformats.org/officeDocument/2006/relationships/slide" Target="slides/slide2.xml"/><Relationship Id="rId58" Type="http://schemas.openxmlformats.org/officeDocument/2006/relationships/slide" Target="slides/slide3.xml"/><Relationship Id="rId59" Type="http://schemas.openxmlformats.org/officeDocument/2006/relationships/slide" Target="slides/slide4.xml"/><Relationship Id="rId60" Type="http://schemas.openxmlformats.org/officeDocument/2006/relationships/slide" Target="slides/slide5.xml"/><Relationship Id="rId61" Type="http://schemas.openxmlformats.org/officeDocument/2006/relationships/slide" Target="slides/slide6.xml"/><Relationship Id="rId62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 슬라이드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 lvl="0">
              <a:defRPr/>
            </a:pPr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>
              <a:defRPr/>
            </a:pPr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>
              <a:defRPr/>
            </a:pPr>
            <a:fld id="{0BD871DD-1858-4781-B254-D16AD077A5DC}" type="datetime1">
              <a:rPr lang="ko-KR" altLang="en-US"/>
              <a:pPr lvl="0">
                <a:defRPr/>
              </a:pPr>
              <a:t>2026. 6. 19.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>
              <a:defRPr/>
            </a:pPr>
            <a:fld id="{7E389C4C-7C70-4712-AF5A-793F4BBAA38A}" type="slidenum">
              <a:rPr lang="ko-KR" altLang="en-US"/>
              <a:pPr lvl="0">
                <a:defRPr/>
              </a:pPr>
              <a:t>‹#›</a:t>
            </a:fld>
            <a:endParaRPr lang="ko-KR" altLang="en-US"/>
          </a:p>
        </p:txBody>
      </p:sp>
    </p:spTree>
  </p:cSld>
  <p:clrMapOvr>
    <a:masterClrMapping/>
  </p:clrMapOvr>
  <p:transition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 및 내용" type="obj" preserve="1">
  <p:cSld name="제목 및 내용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>마스터 텍스트 스타일을 편집하려면 클릭</a:t>
            </a:r>
          </a:p>
          <a:p>
            <a:pPr lvl="1">
              <a:defRPr/>
            </a:pPr>
            <a:r>
              <a:rPr lang="ko-KR" altLang="en-US"/>
              <a:t>두 번째 수준</a:t>
            </a:r>
          </a:p>
          <a:p>
            <a:pPr lvl="2">
              <a:defRPr/>
            </a:pPr>
            <a:r>
              <a:rPr lang="ko-KR" altLang="en-US"/>
              <a:t>세 번째 수준</a:t>
            </a:r>
          </a:p>
          <a:p>
            <a:pPr lvl="3">
              <a:defRPr/>
            </a:pPr>
            <a:r>
              <a:rPr lang="ko-KR" altLang="en-US"/>
              <a:t>네 번째 수준</a:t>
            </a:r>
          </a:p>
          <a:p>
            <a:pPr lvl="4">
              <a:defRPr/>
            </a:pPr>
            <a:r>
              <a:rPr lang="ko-KR" altLang="en-US"/>
              <a:t>다섯 번째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>
              <a:defRPr/>
            </a:pPr>
            <a:fld id="{0BD871DD-1858-4781-B254-D16AD077A5DC}" type="datetime1">
              <a:rPr lang="ko-KR" altLang="en-US"/>
              <a:pPr lvl="0">
                <a:defRPr/>
              </a:pPr>
              <a:t>2026. 6. 19.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>
              <a:defRPr/>
            </a:pPr>
            <a:fld id="{7E389C4C-7C70-4712-AF5A-793F4BBAA38A}" type="slidenum">
              <a:rPr lang="ko-KR" altLang="en-US"/>
              <a:pPr lvl="0">
                <a:defRPr/>
              </a:pPr>
              <a:t>‹#›</a:t>
            </a:fld>
            <a:endParaRPr lang="ko-KR" altLang="en-US"/>
          </a:p>
        </p:txBody>
      </p:sp>
    </p:spTree>
  </p:cSld>
  <p:clrMapOvr>
    <a:masterClrMapping/>
  </p:clrMapOvr>
  <p:transition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구역 머리글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pPr lvl="0">
              <a:defRPr/>
            </a:pPr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>
              <a:defRPr/>
            </a:pPr>
            <a:fld id="{0BD871DD-1858-4781-B254-D16AD077A5DC}" type="datetime1">
              <a:rPr lang="ko-KR" altLang="en-US"/>
              <a:pPr lvl="0">
                <a:defRPr/>
              </a:pPr>
              <a:t>2026. 6. 19.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>
              <a:defRPr/>
            </a:pPr>
            <a:fld id="{7E389C4C-7C70-4712-AF5A-793F4BBAA38A}" type="slidenum">
              <a:rPr lang="ko-KR" altLang="en-US"/>
              <a:pPr lvl="0">
                <a:defRPr/>
              </a:pPr>
              <a:t>‹#›</a:t>
            </a:fld>
            <a:endParaRPr lang="ko-KR" altLang="en-US"/>
          </a:p>
        </p:txBody>
      </p:sp>
    </p:spTree>
  </p:cSld>
  <p:clrMapOvr>
    <a:masterClrMapping/>
  </p:clrMapOvr>
  <p:transition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콘텐츠 2개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ko-KR" altLang="en-US"/>
              <a:t>마스터 텍스트 스타일을 편집하려면 클릭</a:t>
            </a:r>
          </a:p>
          <a:p>
            <a:pPr lvl="1">
              <a:defRPr/>
            </a:pPr>
            <a:r>
              <a:rPr lang="ko-KR" altLang="en-US"/>
              <a:t>두 번째 수준</a:t>
            </a:r>
          </a:p>
          <a:p>
            <a:pPr lvl="2">
              <a:defRPr/>
            </a:pPr>
            <a:r>
              <a:rPr lang="ko-KR" altLang="en-US"/>
              <a:t>세 번째 수준</a:t>
            </a:r>
          </a:p>
          <a:p>
            <a:pPr lvl="3">
              <a:defRPr/>
            </a:pPr>
            <a:r>
              <a:rPr lang="ko-KR" altLang="en-US"/>
              <a:t>네 번째 수준</a:t>
            </a:r>
          </a:p>
          <a:p>
            <a:pPr lvl="4">
              <a:defRPr/>
            </a:pPr>
            <a:r>
              <a:rPr lang="ko-KR" altLang="en-US"/>
              <a:t>다섯 번째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ko-KR" altLang="en-US"/>
              <a:t>마스터 텍스트 스타일을 편집하려면 클릭</a:t>
            </a:r>
          </a:p>
          <a:p>
            <a:pPr lvl="1">
              <a:defRPr/>
            </a:pPr>
            <a:r>
              <a:rPr lang="ko-KR" altLang="en-US"/>
              <a:t>두 번째 수준</a:t>
            </a:r>
          </a:p>
          <a:p>
            <a:pPr lvl="2">
              <a:defRPr/>
            </a:pPr>
            <a:r>
              <a:rPr lang="ko-KR" altLang="en-US"/>
              <a:t>세 번째 수준</a:t>
            </a:r>
          </a:p>
          <a:p>
            <a:pPr lvl="3">
              <a:defRPr/>
            </a:pPr>
            <a:r>
              <a:rPr lang="ko-KR" altLang="en-US"/>
              <a:t>네 번째 수준</a:t>
            </a:r>
          </a:p>
          <a:p>
            <a:pPr lvl="4">
              <a:defRPr/>
            </a:pPr>
            <a:r>
              <a:rPr lang="ko-KR" altLang="en-US"/>
              <a:t>다섯 번째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>
              <a:defRPr/>
            </a:pPr>
            <a:fld id="{0BD871DD-1858-4781-B254-D16AD077A5DC}" type="datetime1">
              <a:rPr lang="ko-KR" altLang="en-US"/>
              <a:pPr lvl="0">
                <a:defRPr/>
              </a:pPr>
              <a:t>2026. 6. 19.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>
              <a:defRPr/>
            </a:pPr>
            <a:fld id="{7E389C4C-7C70-4712-AF5A-793F4BBAA38A}" type="slidenum">
              <a:rPr lang="ko-KR" altLang="en-US"/>
              <a:pPr lvl="0">
                <a:defRPr/>
              </a:pPr>
              <a:t>‹#›</a:t>
            </a:fld>
            <a:endParaRPr lang="ko-KR" altLang="en-US"/>
          </a:p>
        </p:txBody>
      </p:sp>
    </p:spTree>
  </p:cSld>
  <p:clrMapOvr>
    <a:masterClrMapping/>
  </p:clrMapOvr>
  <p:transition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비교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pPr lvl="0">
              <a:defRPr/>
            </a:pPr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>
              <a:defRPr/>
            </a:pPr>
            <a:r>
              <a:rPr lang="ko-KR" altLang="en-US"/>
              <a:t>마스터 텍스트 스타일을 편집하려면 클릭</a:t>
            </a:r>
          </a:p>
          <a:p>
            <a:pPr lvl="1">
              <a:defRPr/>
            </a:pPr>
            <a:r>
              <a:rPr lang="ko-KR" altLang="en-US"/>
              <a:t>두 번째 수준</a:t>
            </a:r>
          </a:p>
          <a:p>
            <a:pPr lvl="2">
              <a:defRPr/>
            </a:pPr>
            <a:r>
              <a:rPr lang="ko-KR" altLang="en-US"/>
              <a:t>세 번째 수준</a:t>
            </a:r>
          </a:p>
          <a:p>
            <a:pPr lvl="3">
              <a:defRPr/>
            </a:pPr>
            <a:r>
              <a:rPr lang="ko-KR" altLang="en-US"/>
              <a:t>네 번째 수준</a:t>
            </a:r>
          </a:p>
          <a:p>
            <a:pPr lvl="4">
              <a:defRPr/>
            </a:pPr>
            <a:r>
              <a:rPr lang="ko-KR" altLang="en-US"/>
              <a:t>다섯 번째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>
              <a:defRPr/>
            </a:pPr>
            <a:r>
              <a:rPr lang="ko-KR" altLang="en-US"/>
              <a:t>마스터 텍스트 스타일을 편집하려면 클릭</a:t>
            </a:r>
          </a:p>
          <a:p>
            <a:pPr lvl="1">
              <a:defRPr/>
            </a:pPr>
            <a:r>
              <a:rPr lang="ko-KR" altLang="en-US"/>
              <a:t>두 번째 수준</a:t>
            </a:r>
          </a:p>
          <a:p>
            <a:pPr lvl="2">
              <a:defRPr/>
            </a:pPr>
            <a:r>
              <a:rPr lang="ko-KR" altLang="en-US"/>
              <a:t>세 번째 수준</a:t>
            </a:r>
          </a:p>
          <a:p>
            <a:pPr lvl="3">
              <a:defRPr/>
            </a:pPr>
            <a:r>
              <a:rPr lang="ko-KR" altLang="en-US"/>
              <a:t>네 번째 수준</a:t>
            </a:r>
          </a:p>
          <a:p>
            <a:pPr lvl="4">
              <a:defRPr/>
            </a:pPr>
            <a:r>
              <a:rPr lang="ko-KR" altLang="en-US"/>
              <a:t>다섯 번째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>
              <a:defRPr/>
            </a:pPr>
            <a:fld id="{0BD871DD-1858-4781-B254-D16AD077A5DC}" type="datetime1">
              <a:rPr lang="ko-KR" altLang="en-US"/>
              <a:pPr lvl="0">
                <a:defRPr/>
              </a:pPr>
              <a:t>2026. 6. 19.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>
              <a:defRPr/>
            </a:pPr>
            <a:fld id="{7E389C4C-7C70-4712-AF5A-793F4BBAA38A}" type="slidenum">
              <a:rPr lang="ko-KR" altLang="en-US"/>
              <a:pPr lvl="0">
                <a:defRPr/>
              </a:pPr>
              <a:t>‹#›</a:t>
            </a:fld>
            <a:endParaRPr lang="ko-KR" altLang="en-US"/>
          </a:p>
        </p:txBody>
      </p:sp>
    </p:spTree>
  </p:cSld>
  <p:clrMapOvr>
    <a:masterClrMapping/>
  </p:clrMapOvr>
  <p:transition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만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>
              <a:defRPr/>
            </a:pPr>
            <a:fld id="{0BD871DD-1858-4781-B254-D16AD077A5DC}" type="datetime1">
              <a:rPr lang="ko-KR" altLang="en-US"/>
              <a:pPr lvl="0">
                <a:defRPr/>
              </a:pPr>
              <a:t>2026. 6. 19.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>
              <a:defRPr/>
            </a:pPr>
            <a:fld id="{7E389C4C-7C70-4712-AF5A-793F4BBAA38A}" type="slidenum">
              <a:rPr lang="ko-KR" altLang="en-US"/>
              <a:pPr lvl="0">
                <a:defRPr/>
              </a:pPr>
              <a:t>‹#›</a:t>
            </a:fld>
            <a:endParaRPr lang="ko-KR" altLang="en-US"/>
          </a:p>
        </p:txBody>
      </p:sp>
    </p:spTree>
  </p:cSld>
  <p:clrMapOvr>
    <a:masterClrMapping/>
  </p:clrMapOvr>
  <p:transition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빈 화면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>
              <a:defRPr/>
            </a:pPr>
            <a:fld id="{0BD871DD-1858-4781-B254-D16AD077A5DC}" type="datetime1">
              <a:rPr lang="ko-KR" altLang="en-US"/>
              <a:pPr lvl="0">
                <a:defRPr/>
              </a:pPr>
              <a:t>2026. 6. 19.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>
              <a:defRPr/>
            </a:pPr>
            <a:fld id="{7E389C4C-7C70-4712-AF5A-793F4BBAA38A}" type="slidenum">
              <a:rPr lang="ko-KR" altLang="en-US"/>
              <a:pPr lvl="0">
                <a:defRPr/>
              </a:pPr>
              <a:t>‹#›</a:t>
            </a:fld>
            <a:endParaRPr lang="ko-KR" altLang="en-US"/>
          </a:p>
        </p:txBody>
      </p:sp>
    </p:spTree>
  </p:cSld>
  <p:clrMapOvr>
    <a:masterClrMapping/>
  </p:clrMapOvr>
  <p:transition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캡션 있는 콘텐츠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 lvl="0">
              <a:defRPr/>
            </a:pPr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ko-KR" altLang="en-US"/>
              <a:t>마스터 텍스트 스타일을 편집하려면 클릭</a:t>
            </a:r>
          </a:p>
          <a:p>
            <a:pPr lvl="1">
              <a:defRPr/>
            </a:pPr>
            <a:r>
              <a:rPr lang="ko-KR" altLang="en-US"/>
              <a:t>두 번째 수준</a:t>
            </a:r>
          </a:p>
          <a:p>
            <a:pPr lvl="2">
              <a:defRPr/>
            </a:pPr>
            <a:r>
              <a:rPr lang="ko-KR" altLang="en-US"/>
              <a:t>세 번째 수준</a:t>
            </a:r>
          </a:p>
          <a:p>
            <a:pPr lvl="3">
              <a:defRPr/>
            </a:pPr>
            <a:r>
              <a:rPr lang="ko-KR" altLang="en-US"/>
              <a:t>네 번째 수준</a:t>
            </a:r>
          </a:p>
          <a:p>
            <a:pPr lvl="4">
              <a:defRPr/>
            </a:pPr>
            <a:r>
              <a:rPr lang="ko-KR" altLang="en-US"/>
              <a:t>다섯 번째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>
              <a:defRPr/>
            </a:pPr>
            <a:fld id="{0BD871DD-1858-4781-B254-D16AD077A5DC}" type="datetime1">
              <a:rPr lang="ko-KR" altLang="en-US"/>
              <a:pPr lvl="0">
                <a:defRPr/>
              </a:pPr>
              <a:t>2026. 6. 19.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>
              <a:defRPr/>
            </a:pPr>
            <a:fld id="{7E389C4C-7C70-4712-AF5A-793F4BBAA38A}" type="slidenum">
              <a:rPr lang="ko-KR" altLang="en-US"/>
              <a:pPr lvl="0">
                <a:defRPr/>
              </a:pPr>
              <a:t>‹#›</a:t>
            </a:fld>
            <a:endParaRPr lang="ko-KR" altLang="en-US"/>
          </a:p>
        </p:txBody>
      </p:sp>
    </p:spTree>
  </p:cSld>
  <p:clrMapOvr>
    <a:masterClrMapping/>
  </p:clrMapOvr>
  <p:transition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캡션 있는 그림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 lvl="0">
              <a:defRPr/>
            </a:pPr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>
              <a:defRPr/>
            </a:pP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>
              <a:defRPr/>
            </a:pPr>
            <a:fld id="{0BD871DD-1858-4781-B254-D16AD077A5DC}" type="datetime1">
              <a:rPr lang="ko-KR" altLang="en-US"/>
              <a:pPr lvl="0">
                <a:defRPr/>
              </a:pPr>
              <a:t>2026. 6. 19.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>
              <a:defRPr/>
            </a:pPr>
            <a:fld id="{7E389C4C-7C70-4712-AF5A-793F4BBAA38A}" type="slidenum">
              <a:rPr lang="ko-KR" altLang="en-US"/>
              <a:pPr lvl="0">
                <a:defRPr/>
              </a:pPr>
              <a:t>‹#›</a:t>
            </a:fld>
            <a:endParaRPr lang="ko-KR" altLang="en-US"/>
          </a:p>
        </p:txBody>
      </p:sp>
    </p:spTree>
  </p:cSld>
  <p:clrMapOvr>
    <a:masterClrMapping/>
  </p:clrMapOvr>
  <p:transition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 및 세로 텍스트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>
              <a:defRPr/>
            </a:pPr>
            <a:r>
              <a:rPr lang="ko-KR" altLang="en-US"/>
              <a:t>마스터 텍스트 스타일을 편집하려면 클릭</a:t>
            </a:r>
          </a:p>
          <a:p>
            <a:pPr lvl="1">
              <a:defRPr/>
            </a:pPr>
            <a:r>
              <a:rPr lang="ko-KR" altLang="en-US"/>
              <a:t>두 번째 수준</a:t>
            </a:r>
          </a:p>
          <a:p>
            <a:pPr lvl="2">
              <a:defRPr/>
            </a:pPr>
            <a:r>
              <a:rPr lang="ko-KR" altLang="en-US"/>
              <a:t>세 번째 수준</a:t>
            </a:r>
          </a:p>
          <a:p>
            <a:pPr lvl="3">
              <a:defRPr/>
            </a:pPr>
            <a:r>
              <a:rPr lang="ko-KR" altLang="en-US"/>
              <a:t>네 번째 수준</a:t>
            </a:r>
          </a:p>
          <a:p>
            <a:pPr lvl="4">
              <a:defRPr/>
            </a:pPr>
            <a:r>
              <a:rPr lang="ko-KR" altLang="en-US"/>
              <a:t>다섯 번째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>
              <a:defRPr/>
            </a:pPr>
            <a:fld id="{0BD871DD-1858-4781-B254-D16AD077A5DC}" type="datetime1">
              <a:rPr lang="ko-KR" altLang="en-US"/>
              <a:pPr lvl="0">
                <a:defRPr/>
              </a:pPr>
              <a:t>2026. 6. 19.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>
              <a:defRPr/>
            </a:pPr>
            <a:fld id="{7E389C4C-7C70-4712-AF5A-793F4BBAA38A}" type="slidenum">
              <a:rPr lang="ko-KR" altLang="en-US"/>
              <a:pPr lvl="0">
                <a:defRPr/>
              </a:pPr>
              <a:t>‹#›</a:t>
            </a:fld>
            <a:endParaRPr lang="ko-KR" altLang="en-US"/>
          </a:p>
        </p:txBody>
      </p:sp>
    </p:spTree>
  </p:cSld>
  <p:clrMapOvr>
    <a:masterClrMapping/>
  </p:clrMapOvr>
  <p:transition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세로 제목 및 텍스트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pPr lvl="0">
              <a:defRPr/>
            </a:pPr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>
              <a:defRPr/>
            </a:pPr>
            <a:r>
              <a:rPr lang="ko-KR" altLang="en-US"/>
              <a:t>마스터 텍스트 스타일을 편집하려면 클릭</a:t>
            </a:r>
          </a:p>
          <a:p>
            <a:pPr lvl="1">
              <a:defRPr/>
            </a:pPr>
            <a:r>
              <a:rPr lang="ko-KR" altLang="en-US"/>
              <a:t>두 번째 수준</a:t>
            </a:r>
          </a:p>
          <a:p>
            <a:pPr lvl="2">
              <a:defRPr/>
            </a:pPr>
            <a:r>
              <a:rPr lang="ko-KR" altLang="en-US"/>
              <a:t>세 번째 수준</a:t>
            </a:r>
          </a:p>
          <a:p>
            <a:pPr lvl="3">
              <a:defRPr/>
            </a:pPr>
            <a:r>
              <a:rPr lang="ko-KR" altLang="en-US"/>
              <a:t>네 번째 수준</a:t>
            </a:r>
          </a:p>
          <a:p>
            <a:pPr lvl="4">
              <a:defRPr/>
            </a:pPr>
            <a:r>
              <a:rPr lang="ko-KR" altLang="en-US"/>
              <a:t>다섯 번째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>
              <a:defRPr/>
            </a:pPr>
            <a:fld id="{0BD871DD-1858-4781-B254-D16AD077A5DC}" type="datetime1">
              <a:rPr lang="ko-KR" altLang="en-US"/>
              <a:pPr lvl="0">
                <a:defRPr/>
              </a:pPr>
              <a:t>2026. 6. 19.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>
              <a:defRPr/>
            </a:pPr>
            <a:fld id="{7E389C4C-7C70-4712-AF5A-793F4BBAA38A}" type="slidenum">
              <a:rPr lang="ko-KR" altLang="en-US"/>
              <a:pPr lvl="0">
                <a:defRPr/>
              </a:pPr>
              <a:t>‹#›</a:t>
            </a:fld>
            <a:endParaRPr lang="ko-KR" altLang="en-US"/>
          </a:p>
        </p:txBody>
      </p:sp>
    </p:spTree>
  </p:cSld>
  <p:clrMapOvr>
    <a:masterClrMapping/>
  </p:clrMapOvr>
  <p:transition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1_Office 테마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/>
          <a:p>
            <a:pPr lvl="0">
              <a:defRPr/>
            </a:pPr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>
            <a:normAutofit/>
          </a:bodyPr>
          <a:lstStyle/>
          <a:p>
            <a:pPr lvl="0">
              <a:defRPr/>
            </a:pPr>
            <a:r>
              <a:rPr lang="ko-KR" altLang="en-US"/>
              <a:t>마스터 텍스트 스타일을 편집하려면 클릭</a:t>
            </a:r>
          </a:p>
          <a:p>
            <a:pPr lvl="1">
              <a:defRPr/>
            </a:pPr>
            <a:r>
              <a:rPr lang="ko-KR" altLang="en-US"/>
              <a:t>두 번째 수준</a:t>
            </a:r>
          </a:p>
          <a:p>
            <a:pPr lvl="2">
              <a:defRPr/>
            </a:pPr>
            <a:r>
              <a:rPr lang="ko-KR" altLang="en-US"/>
              <a:t>세 번째 수준</a:t>
            </a:r>
          </a:p>
          <a:p>
            <a:pPr lvl="3">
              <a:defRPr/>
            </a:pPr>
            <a:r>
              <a:rPr lang="ko-KR" altLang="en-US"/>
              <a:t>네 번째 수준</a:t>
            </a:r>
          </a:p>
          <a:p>
            <a:pPr lvl="4">
              <a:defRPr/>
            </a:pPr>
            <a:r>
              <a:rPr lang="ko-KR" altLang="en-US"/>
              <a:t>다섯 번째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lvl="0">
              <a:defRPr/>
            </a:pPr>
            <a:fld id="{0BD871DD-1858-4781-B254-D16AD077A5DC}" type="datetime1">
              <a:rPr lang="ko-KR" altLang="en-US"/>
              <a:pPr lvl="0">
                <a:defRPr/>
              </a:pPr>
              <a:t>2026. 6. 19.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lvl="0">
              <a:defRPr/>
            </a:pPr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lvl="0">
              <a:defRPr/>
            </a:pPr>
            <a:fld id="{7E389C4C-7C70-4712-AF5A-793F4BBAA38A}" type="slidenum">
              <a:rPr lang="ko-KR" altLang="en-US"/>
              <a:pPr lvl="0">
                <a:defRPr/>
              </a:pPr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4" r:id="rId1"/>
    <p:sldLayoutId id="2147483685" r:id="rId2"/>
    <p:sldLayoutId id="2147483686" r:id="rId3"/>
    <p:sldLayoutId id="2147483687" r:id="rId4"/>
    <p:sldLayoutId id="2147483688" r:id="rId5"/>
    <p:sldLayoutId id="2147483689" r:id="rId6"/>
    <p:sldLayoutId id="2147483690" r:id="rId7"/>
    <p:sldLayoutId id="2147483691" r:id="rId8"/>
    <p:sldLayoutId id="2147483692" r:id="rId9"/>
    <p:sldLayoutId id="2147483693" r:id="rId10"/>
    <p:sldLayoutId id="2147483694" r:id="rId11"/>
  </p:sldLayoutIdLst>
  <p:transition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C4C2EA-4C0B-01C6-CA88-D3AB118279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9850476A-2808-EB54-537B-3FC8B0A9BAE4}"/>
              </a:ext>
            </a:extLst>
          </p:cNvPr>
          <p:cNvSpPr txBox="1"/>
          <p:nvPr/>
        </p:nvSpPr>
        <p:spPr>
          <a:xfrm>
            <a:off x="145774" y="1210272"/>
            <a:ext cx="12192000" cy="4437456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9600" b="1" i="0" u="none" strike="noStrike" kern="1200" cap="none" spc="-300" normalizeH="0" baseline="0" noProof="0" dirty="0">
                <a:ln w="9525">
                  <a:solidFill>
                    <a:prstClr val="black"/>
                  </a:solidFill>
                </a:ln>
                <a:solidFill>
                  <a:srgbClr val="FFFF00"/>
                </a:solidFill>
                <a:effectLst/>
                <a:uLnTx/>
                <a:uFillTx/>
                <a:latin typeface="휴먼모음T" panose="02030504000101010101" pitchFamily="18" charset="-127"/>
                <a:ea typeface="휴먼모음T" panose="02030504000101010101" pitchFamily="18" charset="-127"/>
                <a:cs typeface="+mn-cs"/>
              </a:rPr>
              <a:t>5. </a:t>
            </a:r>
            <a:r>
              <a:rPr kumimoji="0" lang="ko-KR" altLang="en-US" sz="9600" b="1" i="0" u="none" strike="noStrike" kern="1200" cap="none" spc="-300" normalizeH="0" baseline="0" noProof="0" dirty="0">
                <a:ln w="9525">
                  <a:solidFill>
                    <a:prstClr val="black"/>
                  </a:solidFill>
                </a:ln>
                <a:solidFill>
                  <a:srgbClr val="FFFF00"/>
                </a:solidFill>
                <a:effectLst/>
                <a:uLnTx/>
                <a:uFillTx/>
                <a:latin typeface="휴먼모음T" panose="02030504000101010101" pitchFamily="18" charset="-127"/>
                <a:ea typeface="휴먼모음T" panose="02030504000101010101" pitchFamily="18" charset="-127"/>
                <a:cs typeface="+mn-cs"/>
              </a:rPr>
              <a:t>예수 나를 오라 하네</a:t>
            </a:r>
            <a:endParaRPr kumimoji="0" lang="en-US" altLang="ko-KR" sz="9600" b="1" i="0" u="none" strike="noStrike" kern="1200" cap="none" spc="0" normalizeH="0" baseline="0" noProof="0" dirty="0">
              <a:ln w="9525">
                <a:solidFill>
                  <a:prstClr val="black"/>
                </a:solidFill>
              </a:ln>
              <a:solidFill>
                <a:srgbClr val="FFFF00"/>
              </a:solidFill>
              <a:effectLst/>
              <a:uLnTx/>
              <a:uFillTx/>
              <a:latin typeface="휴먼모음T" panose="02030504000101010101" pitchFamily="18" charset="-127"/>
              <a:ea typeface="휴먼모음T" panose="02030504000101010101" pitchFamily="18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790021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00F3E1-14C6-DBEE-9AC6-7B368CE94E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8D63334-885B-A12C-FE4E-17065F659136}"/>
              </a:ext>
            </a:extLst>
          </p:cNvPr>
          <p:cNvSpPr txBox="1"/>
          <p:nvPr/>
        </p:nvSpPr>
        <p:spPr>
          <a:xfrm>
            <a:off x="0" y="635505"/>
            <a:ext cx="12192000" cy="5469203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7200" b="1" spc="-300" dirty="0">
                <a:ln w="9525">
                  <a:solidFill>
                    <a:prstClr val="black"/>
                  </a:solidFill>
                </a:ln>
                <a:solidFill>
                  <a:prstClr val="white"/>
                </a:solidFill>
                <a:latin typeface="휴먼모음T" panose="02030504000101010101" pitchFamily="18" charset="-127"/>
                <a:ea typeface="휴먼모음T" panose="02030504000101010101" pitchFamily="18" charset="-127"/>
              </a:rPr>
              <a:t>A1 </a:t>
            </a:r>
            <a:r>
              <a:rPr lang="ko-KR" altLang="en-US" sz="7200" b="1" spc="-300" dirty="0">
                <a:ln w="9525">
                  <a:solidFill>
                    <a:prstClr val="black"/>
                  </a:solidFill>
                </a:ln>
                <a:solidFill>
                  <a:prstClr val="white"/>
                </a:solidFill>
                <a:latin typeface="휴먼모음T" panose="02030504000101010101" pitchFamily="18" charset="-127"/>
                <a:ea typeface="휴먼모음T" panose="02030504000101010101" pitchFamily="18" charset="-127"/>
              </a:rPr>
              <a:t>예수 나를 오라 하네</a:t>
            </a:r>
            <a:endParaRPr lang="en-US" altLang="ko-KR" sz="7200" b="1" spc="-300" dirty="0">
              <a:ln w="9525">
                <a:solidFill>
                  <a:prstClr val="black"/>
                </a:solidFill>
              </a:ln>
              <a:solidFill>
                <a:prstClr val="white"/>
              </a:solidFill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7200" b="1" spc="-300" dirty="0">
                <a:ln w="9525">
                  <a:solidFill>
                    <a:prstClr val="black"/>
                  </a:solidFill>
                </a:ln>
                <a:solidFill>
                  <a:prstClr val="white"/>
                </a:solidFill>
                <a:latin typeface="휴먼모음T" panose="02030504000101010101" pitchFamily="18" charset="-127"/>
                <a:ea typeface="휴먼모음T" panose="02030504000101010101" pitchFamily="18" charset="-127"/>
              </a:rPr>
              <a:t>예수 나를 오라 하네</a:t>
            </a:r>
            <a:endParaRPr lang="en-US" altLang="ko-KR" sz="7200" b="1" spc="-300" dirty="0">
              <a:ln w="9525">
                <a:solidFill>
                  <a:prstClr val="black"/>
                </a:solidFill>
              </a:ln>
              <a:solidFill>
                <a:prstClr val="white"/>
              </a:solidFill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7200" b="1" spc="-300" dirty="0">
                <a:ln w="9525">
                  <a:solidFill>
                    <a:prstClr val="black"/>
                  </a:solidFill>
                </a:ln>
                <a:solidFill>
                  <a:prstClr val="white"/>
                </a:solidFill>
                <a:latin typeface="휴먼모음T" panose="02030504000101010101" pitchFamily="18" charset="-127"/>
                <a:ea typeface="휴먼모음T" panose="02030504000101010101" pitchFamily="18" charset="-127"/>
              </a:rPr>
              <a:t>어디든지 주를 따라</a:t>
            </a:r>
            <a:endParaRPr lang="en-US" altLang="ko-KR" sz="7200" b="1" spc="-300" dirty="0">
              <a:ln w="9525">
                <a:solidFill>
                  <a:prstClr val="black"/>
                </a:solidFill>
              </a:ln>
              <a:solidFill>
                <a:prstClr val="white"/>
              </a:solidFill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7200" b="1" spc="-300" dirty="0">
                <a:ln w="9525">
                  <a:solidFill>
                    <a:prstClr val="black"/>
                  </a:solidFill>
                </a:ln>
                <a:solidFill>
                  <a:prstClr val="white"/>
                </a:solidFill>
                <a:latin typeface="휴먼모음T" panose="02030504000101010101" pitchFamily="18" charset="-127"/>
                <a:ea typeface="휴먼모음T" panose="02030504000101010101" pitchFamily="18" charset="-127"/>
              </a:rPr>
              <a:t>주와 같이 같이 </a:t>
            </a:r>
            <a:r>
              <a:rPr lang="ko-KR" altLang="en-US" sz="7200" b="1" spc="-300" dirty="0" err="1">
                <a:ln w="9525">
                  <a:solidFill>
                    <a:prstClr val="black"/>
                  </a:solidFill>
                </a:ln>
                <a:solidFill>
                  <a:prstClr val="white"/>
                </a:solidFill>
                <a:latin typeface="휴먼모음T" panose="02030504000101010101" pitchFamily="18" charset="-127"/>
                <a:ea typeface="휴먼모음T" panose="02030504000101010101" pitchFamily="18" charset="-127"/>
              </a:rPr>
              <a:t>가려네</a:t>
            </a:r>
            <a:endParaRPr lang="en-US" altLang="ko-KR" sz="7200" b="1" spc="-300" dirty="0">
              <a:ln w="9525">
                <a:solidFill>
                  <a:prstClr val="black"/>
                </a:solidFill>
              </a:ln>
              <a:solidFill>
                <a:prstClr val="white"/>
              </a:solidFill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6795336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8A5DEE-10E2-E15C-1CAB-8172E04022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3937699-1A51-6AAE-09D7-77ABAD223A3D}"/>
              </a:ext>
            </a:extLst>
          </p:cNvPr>
          <p:cNvSpPr txBox="1"/>
          <p:nvPr/>
        </p:nvSpPr>
        <p:spPr>
          <a:xfrm>
            <a:off x="0" y="635505"/>
            <a:ext cx="12192000" cy="5469203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7200" b="1" spc="-300" dirty="0">
                <a:ln w="9525">
                  <a:solidFill>
                    <a:prstClr val="black"/>
                  </a:solidFill>
                </a:ln>
                <a:solidFill>
                  <a:prstClr val="white"/>
                </a:solidFill>
                <a:latin typeface="휴먼모음T" panose="02030504000101010101" pitchFamily="18" charset="-127"/>
                <a:ea typeface="휴먼모음T" panose="02030504000101010101" pitchFamily="18" charset="-127"/>
              </a:rPr>
              <a:t>B </a:t>
            </a:r>
            <a:r>
              <a:rPr lang="ko-KR" altLang="en-US" sz="7200" b="1" spc="-300" dirty="0">
                <a:ln w="9525">
                  <a:solidFill>
                    <a:prstClr val="black"/>
                  </a:solidFill>
                </a:ln>
                <a:solidFill>
                  <a:prstClr val="white"/>
                </a:solidFill>
                <a:latin typeface="휴먼모음T" panose="02030504000101010101" pitchFamily="18" charset="-127"/>
                <a:ea typeface="휴먼모음T" panose="02030504000101010101" pitchFamily="18" charset="-127"/>
              </a:rPr>
              <a:t>주의 인도하심 따라</a:t>
            </a:r>
            <a:endParaRPr lang="en-US" altLang="ko-KR" sz="7200" b="1" spc="-300" dirty="0">
              <a:ln w="9525">
                <a:solidFill>
                  <a:prstClr val="black"/>
                </a:solidFill>
              </a:ln>
              <a:solidFill>
                <a:prstClr val="white"/>
              </a:solidFill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7200" b="1" spc="-300" dirty="0">
                <a:ln w="9525">
                  <a:solidFill>
                    <a:prstClr val="black"/>
                  </a:solidFill>
                </a:ln>
                <a:solidFill>
                  <a:prstClr val="white"/>
                </a:solidFill>
                <a:latin typeface="휴먼모음T" panose="02030504000101010101" pitchFamily="18" charset="-127"/>
                <a:ea typeface="휴먼모음T" panose="02030504000101010101" pitchFamily="18" charset="-127"/>
              </a:rPr>
              <a:t>주의 인도하심 따라</a:t>
            </a:r>
            <a:endParaRPr lang="en-US" altLang="ko-KR" sz="7200" b="1" spc="-300" dirty="0">
              <a:ln w="9525">
                <a:solidFill>
                  <a:prstClr val="black"/>
                </a:solidFill>
              </a:ln>
              <a:solidFill>
                <a:prstClr val="white"/>
              </a:solidFill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7200" b="1" spc="-300" dirty="0">
                <a:ln w="9525">
                  <a:solidFill>
                    <a:prstClr val="black"/>
                  </a:solidFill>
                </a:ln>
                <a:solidFill>
                  <a:prstClr val="white"/>
                </a:solidFill>
                <a:latin typeface="휴먼모음T" panose="02030504000101010101" pitchFamily="18" charset="-127"/>
                <a:ea typeface="휴먼모음T" panose="02030504000101010101" pitchFamily="18" charset="-127"/>
              </a:rPr>
              <a:t>어디든지 주를 따라</a:t>
            </a:r>
            <a:endParaRPr lang="en-US" altLang="ko-KR" sz="7200" b="1" spc="-300" dirty="0">
              <a:ln w="9525">
                <a:solidFill>
                  <a:prstClr val="black"/>
                </a:solidFill>
              </a:ln>
              <a:solidFill>
                <a:prstClr val="white"/>
              </a:solidFill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7200" b="1" spc="-300" dirty="0">
                <a:ln w="9525">
                  <a:solidFill>
                    <a:prstClr val="black"/>
                  </a:solidFill>
                </a:ln>
                <a:solidFill>
                  <a:prstClr val="white"/>
                </a:solidFill>
                <a:latin typeface="휴먼모음T" panose="02030504000101010101" pitchFamily="18" charset="-127"/>
                <a:ea typeface="휴먼모음T" panose="02030504000101010101" pitchFamily="18" charset="-127"/>
              </a:rPr>
              <a:t>주와 같이 같이 </a:t>
            </a:r>
            <a:r>
              <a:rPr lang="ko-KR" altLang="en-US" sz="7200" b="1" spc="-300" dirty="0" err="1">
                <a:ln w="9525">
                  <a:solidFill>
                    <a:prstClr val="black"/>
                  </a:solidFill>
                </a:ln>
                <a:solidFill>
                  <a:prstClr val="white"/>
                </a:solidFill>
                <a:latin typeface="휴먼모음T" panose="02030504000101010101" pitchFamily="18" charset="-127"/>
                <a:ea typeface="휴먼모음T" panose="02030504000101010101" pitchFamily="18" charset="-127"/>
              </a:rPr>
              <a:t>가려네</a:t>
            </a:r>
            <a:endParaRPr lang="en-US" altLang="ko-KR" sz="7200" b="1" spc="-300" dirty="0">
              <a:ln w="9525">
                <a:solidFill>
                  <a:prstClr val="black"/>
                </a:solidFill>
              </a:ln>
              <a:solidFill>
                <a:prstClr val="white"/>
              </a:solidFill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012219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0D57A9-AA40-97A9-58B1-4F4FC7E27E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B2D3E94-70EC-EE7D-818D-40941D4FFDB2}"/>
              </a:ext>
            </a:extLst>
          </p:cNvPr>
          <p:cNvSpPr txBox="1"/>
          <p:nvPr/>
        </p:nvSpPr>
        <p:spPr>
          <a:xfrm>
            <a:off x="0" y="635505"/>
            <a:ext cx="12192000" cy="5469203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7200" b="1" spc="-300" dirty="0">
                <a:ln w="9525">
                  <a:solidFill>
                    <a:prstClr val="black"/>
                  </a:solidFill>
                </a:ln>
                <a:solidFill>
                  <a:prstClr val="white"/>
                </a:solidFill>
                <a:latin typeface="휴먼모음T" panose="02030504000101010101" pitchFamily="18" charset="-127"/>
                <a:ea typeface="휴먼모음T" panose="02030504000101010101" pitchFamily="18" charset="-127"/>
              </a:rPr>
              <a:t>A2 </a:t>
            </a:r>
            <a:r>
              <a:rPr lang="ko-KR" altLang="en-US" sz="7200" b="1" spc="-300" dirty="0" err="1">
                <a:ln w="9525">
                  <a:solidFill>
                    <a:prstClr val="black"/>
                  </a:solidFill>
                </a:ln>
                <a:solidFill>
                  <a:prstClr val="white"/>
                </a:solidFill>
                <a:latin typeface="휴먼모음T" panose="02030504000101010101" pitchFamily="18" charset="-127"/>
                <a:ea typeface="휴먼모음T" panose="02030504000101010101" pitchFamily="18" charset="-127"/>
              </a:rPr>
              <a:t>겟세마네</a:t>
            </a:r>
            <a:r>
              <a:rPr lang="ko-KR" altLang="en-US" sz="7200" b="1" spc="-300" dirty="0">
                <a:ln w="9525">
                  <a:solidFill>
                    <a:prstClr val="black"/>
                  </a:solidFill>
                </a:ln>
                <a:solidFill>
                  <a:prstClr val="white"/>
                </a:solidFill>
                <a:latin typeface="휴먼모음T" panose="02030504000101010101" pitchFamily="18" charset="-127"/>
                <a:ea typeface="휴먼모음T" panose="02030504000101010101" pitchFamily="18" charset="-127"/>
              </a:rPr>
              <a:t> 동산까지</a:t>
            </a:r>
            <a:endParaRPr lang="en-US" altLang="ko-KR" sz="7200" b="1" spc="-300" dirty="0">
              <a:ln w="9525">
                <a:solidFill>
                  <a:prstClr val="black"/>
                </a:solidFill>
              </a:ln>
              <a:solidFill>
                <a:prstClr val="white"/>
              </a:solidFill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7200" b="1" spc="-300" dirty="0">
                <a:ln w="9525">
                  <a:solidFill>
                    <a:prstClr val="black"/>
                  </a:solidFill>
                </a:ln>
                <a:solidFill>
                  <a:prstClr val="white"/>
                </a:solidFill>
                <a:latin typeface="휴먼모음T" panose="02030504000101010101" pitchFamily="18" charset="-127"/>
                <a:ea typeface="휴먼모음T" panose="02030504000101010101" pitchFamily="18" charset="-127"/>
              </a:rPr>
              <a:t>주와 함께 </a:t>
            </a:r>
            <a:r>
              <a:rPr lang="ko-KR" altLang="en-US" sz="7200" b="1" spc="-300" dirty="0" err="1">
                <a:ln w="9525">
                  <a:solidFill>
                    <a:prstClr val="black"/>
                  </a:solidFill>
                </a:ln>
                <a:solidFill>
                  <a:prstClr val="white"/>
                </a:solidFill>
                <a:latin typeface="휴먼모음T" panose="02030504000101010101" pitchFamily="18" charset="-127"/>
                <a:ea typeface="휴먼모음T" panose="02030504000101010101" pitchFamily="18" charset="-127"/>
              </a:rPr>
              <a:t>가려하네</a:t>
            </a:r>
            <a:endParaRPr lang="en-US" altLang="ko-KR" sz="7200" b="1" spc="-300" dirty="0">
              <a:ln w="9525">
                <a:solidFill>
                  <a:prstClr val="black"/>
                </a:solidFill>
              </a:ln>
              <a:solidFill>
                <a:prstClr val="white"/>
              </a:solidFill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7200" b="1" spc="-300" dirty="0">
                <a:ln w="9525">
                  <a:solidFill>
                    <a:prstClr val="black"/>
                  </a:solidFill>
                </a:ln>
                <a:solidFill>
                  <a:prstClr val="white"/>
                </a:solidFill>
                <a:latin typeface="휴먼모음T" panose="02030504000101010101" pitchFamily="18" charset="-127"/>
                <a:ea typeface="휴먼모음T" panose="02030504000101010101" pitchFamily="18" charset="-127"/>
              </a:rPr>
              <a:t>피땀 흘린 동산까지</a:t>
            </a:r>
            <a:endParaRPr lang="en-US" altLang="ko-KR" sz="7200" b="1" spc="-300" dirty="0">
              <a:ln w="9525">
                <a:solidFill>
                  <a:prstClr val="black"/>
                </a:solidFill>
              </a:ln>
              <a:solidFill>
                <a:prstClr val="white"/>
              </a:solidFill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7200" b="1" spc="-300" dirty="0">
                <a:ln w="9525">
                  <a:solidFill>
                    <a:prstClr val="black"/>
                  </a:solidFill>
                </a:ln>
                <a:solidFill>
                  <a:prstClr val="white"/>
                </a:solidFill>
                <a:latin typeface="휴먼모음T" panose="02030504000101010101" pitchFamily="18" charset="-127"/>
                <a:ea typeface="휴먼모음T" panose="02030504000101010101" pitchFamily="18" charset="-127"/>
              </a:rPr>
              <a:t>주와 함께 함께 </a:t>
            </a:r>
            <a:r>
              <a:rPr lang="ko-KR" altLang="en-US" sz="7200" b="1" spc="-300" dirty="0" err="1">
                <a:ln w="9525">
                  <a:solidFill>
                    <a:prstClr val="black"/>
                  </a:solidFill>
                </a:ln>
                <a:solidFill>
                  <a:prstClr val="white"/>
                </a:solidFill>
                <a:latin typeface="휴먼모음T" panose="02030504000101010101" pitchFamily="18" charset="-127"/>
                <a:ea typeface="휴먼모음T" panose="02030504000101010101" pitchFamily="18" charset="-127"/>
              </a:rPr>
              <a:t>가려네</a:t>
            </a:r>
            <a:endParaRPr lang="en-US" altLang="ko-KR" sz="7200" b="1" spc="-300" dirty="0">
              <a:ln w="9525">
                <a:solidFill>
                  <a:prstClr val="black"/>
                </a:solidFill>
              </a:ln>
              <a:solidFill>
                <a:prstClr val="white"/>
              </a:solidFill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875496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937701-B065-CB68-2C87-0457CD466B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83A0F33-846A-32DC-877B-A1581ECC1445}"/>
              </a:ext>
            </a:extLst>
          </p:cNvPr>
          <p:cNvSpPr txBox="1"/>
          <p:nvPr/>
        </p:nvSpPr>
        <p:spPr>
          <a:xfrm>
            <a:off x="0" y="635505"/>
            <a:ext cx="12192000" cy="5469203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7200" b="1" spc="-300" dirty="0">
                <a:ln w="9525">
                  <a:solidFill>
                    <a:prstClr val="black"/>
                  </a:solidFill>
                </a:ln>
                <a:solidFill>
                  <a:prstClr val="white"/>
                </a:solidFill>
                <a:latin typeface="휴먼모음T" panose="02030504000101010101" pitchFamily="18" charset="-127"/>
                <a:ea typeface="휴먼모음T" panose="02030504000101010101" pitchFamily="18" charset="-127"/>
              </a:rPr>
              <a:t>C </a:t>
            </a:r>
            <a:r>
              <a:rPr lang="ko-KR" altLang="en-US" sz="7200" b="1" spc="-300" dirty="0">
                <a:ln w="9525">
                  <a:solidFill>
                    <a:prstClr val="black"/>
                  </a:solidFill>
                </a:ln>
                <a:solidFill>
                  <a:prstClr val="white"/>
                </a:solidFill>
                <a:latin typeface="휴먼모음T" panose="02030504000101010101" pitchFamily="18" charset="-127"/>
                <a:ea typeface="휴먼모음T" panose="02030504000101010101" pitchFamily="18" charset="-127"/>
              </a:rPr>
              <a:t>주가 크신 은혜 내려</a:t>
            </a:r>
            <a:endParaRPr lang="en-US" altLang="ko-KR" sz="7200" b="1" spc="-300" dirty="0">
              <a:ln w="9525">
                <a:solidFill>
                  <a:prstClr val="black"/>
                </a:solidFill>
              </a:ln>
              <a:solidFill>
                <a:prstClr val="white"/>
              </a:solidFill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7200" b="1" spc="-300" dirty="0">
                <a:ln w="9525">
                  <a:solidFill>
                    <a:prstClr val="black"/>
                  </a:solidFill>
                </a:ln>
                <a:solidFill>
                  <a:prstClr val="white"/>
                </a:solidFill>
                <a:latin typeface="휴먼모음T" panose="02030504000101010101" pitchFamily="18" charset="-127"/>
                <a:ea typeface="휴먼모음T" panose="02030504000101010101" pitchFamily="18" charset="-127"/>
              </a:rPr>
              <a:t>나를 항상 돌보시고</a:t>
            </a:r>
            <a:endParaRPr lang="en-US" altLang="ko-KR" sz="7200" b="1" spc="-300" dirty="0">
              <a:ln w="9525">
                <a:solidFill>
                  <a:prstClr val="black"/>
                </a:solidFill>
              </a:ln>
              <a:solidFill>
                <a:prstClr val="white"/>
              </a:solidFill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7200" b="1" spc="-300" dirty="0">
                <a:ln w="9525">
                  <a:solidFill>
                    <a:prstClr val="black"/>
                  </a:solidFill>
                </a:ln>
                <a:solidFill>
                  <a:prstClr val="white"/>
                </a:solidFill>
                <a:latin typeface="휴먼모음T" panose="02030504000101010101" pitchFamily="18" charset="-127"/>
                <a:ea typeface="휴먼모음T" panose="02030504000101010101" pitchFamily="18" charset="-127"/>
              </a:rPr>
              <a:t>크신 영광 보여주며</a:t>
            </a:r>
            <a:endParaRPr lang="en-US" altLang="ko-KR" sz="7200" b="1" spc="-300" dirty="0">
              <a:ln w="9525">
                <a:solidFill>
                  <a:prstClr val="black"/>
                </a:solidFill>
              </a:ln>
              <a:solidFill>
                <a:prstClr val="white"/>
              </a:solidFill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7200" b="1" spc="-300" dirty="0">
                <a:ln w="9525">
                  <a:solidFill>
                    <a:prstClr val="black"/>
                  </a:solidFill>
                </a:ln>
                <a:solidFill>
                  <a:prstClr val="white"/>
                </a:solidFill>
                <a:latin typeface="휴먼모음T" panose="02030504000101010101" pitchFamily="18" charset="-127"/>
                <a:ea typeface="휴먼모음T" panose="02030504000101010101" pitchFamily="18" charset="-127"/>
              </a:rPr>
              <a:t>나와 함께 함께 가시네</a:t>
            </a:r>
            <a:endParaRPr lang="en-US" altLang="ko-KR" sz="7200" b="1" spc="-300" dirty="0">
              <a:ln w="9525">
                <a:solidFill>
                  <a:prstClr val="black"/>
                </a:solidFill>
              </a:ln>
              <a:solidFill>
                <a:prstClr val="white"/>
              </a:solidFill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103162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FE73EB-DA1F-E4F8-A808-63735B41BD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30F0041-D9B4-FC68-24C6-385325AFDFC8}"/>
              </a:ext>
            </a:extLst>
          </p:cNvPr>
          <p:cNvSpPr txBox="1"/>
          <p:nvPr/>
        </p:nvSpPr>
        <p:spPr>
          <a:xfrm>
            <a:off x="0" y="635505"/>
            <a:ext cx="12192000" cy="5469203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7200" b="1" spc="-300" dirty="0">
                <a:ln w="9525">
                  <a:solidFill>
                    <a:prstClr val="black"/>
                  </a:solidFill>
                </a:ln>
                <a:solidFill>
                  <a:prstClr val="white"/>
                </a:solidFill>
                <a:latin typeface="휴먼모음T" panose="02030504000101010101" pitchFamily="18" charset="-127"/>
                <a:ea typeface="휴먼모음T" panose="02030504000101010101" pitchFamily="18" charset="-127"/>
              </a:rPr>
              <a:t>D</a:t>
            </a:r>
            <a:r>
              <a:rPr lang="ko-KR" altLang="en-US" sz="7200" b="1" spc="-300" dirty="0">
                <a:ln w="9525">
                  <a:solidFill>
                    <a:prstClr val="black"/>
                  </a:solidFill>
                </a:ln>
                <a:solidFill>
                  <a:prstClr val="white"/>
                </a:solidFill>
                <a:latin typeface="휴먼모음T" panose="02030504000101010101" pitchFamily="18" charset="-127"/>
                <a:ea typeface="휴먼모음T" panose="02030504000101010101" pitchFamily="18" charset="-127"/>
              </a:rPr>
              <a:t> 주의 인도하심 따라</a:t>
            </a:r>
            <a:endParaRPr lang="en-US" altLang="ko-KR" sz="7200" b="1" spc="-300" dirty="0">
              <a:ln w="9525">
                <a:solidFill>
                  <a:prstClr val="black"/>
                </a:solidFill>
              </a:ln>
              <a:solidFill>
                <a:prstClr val="white"/>
              </a:solidFill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7200" b="1" spc="-300" dirty="0">
                <a:ln w="9525">
                  <a:solidFill>
                    <a:prstClr val="black"/>
                  </a:solidFill>
                </a:ln>
                <a:solidFill>
                  <a:prstClr val="white"/>
                </a:solidFill>
                <a:latin typeface="휴먼모음T" panose="02030504000101010101" pitchFamily="18" charset="-127"/>
                <a:ea typeface="휴먼모음T" panose="02030504000101010101" pitchFamily="18" charset="-127"/>
              </a:rPr>
              <a:t>주의 인도하심 따라</a:t>
            </a:r>
            <a:endParaRPr lang="en-US" altLang="ko-KR" sz="7200" b="1" spc="-300" dirty="0">
              <a:ln w="9525">
                <a:solidFill>
                  <a:prstClr val="black"/>
                </a:solidFill>
              </a:ln>
              <a:solidFill>
                <a:prstClr val="white"/>
              </a:solidFill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7200" b="1" spc="-300" dirty="0">
                <a:ln w="9525">
                  <a:solidFill>
                    <a:prstClr val="black"/>
                  </a:solidFill>
                </a:ln>
                <a:solidFill>
                  <a:prstClr val="white"/>
                </a:solidFill>
                <a:latin typeface="휴먼모음T" panose="02030504000101010101" pitchFamily="18" charset="-127"/>
                <a:ea typeface="휴먼모음T" panose="02030504000101010101" pitchFamily="18" charset="-127"/>
              </a:rPr>
              <a:t>어디든지 주를 따라</a:t>
            </a:r>
            <a:endParaRPr lang="en-US" altLang="ko-KR" sz="7200" b="1" spc="-300" dirty="0">
              <a:ln w="9525">
                <a:solidFill>
                  <a:prstClr val="black"/>
                </a:solidFill>
              </a:ln>
              <a:solidFill>
                <a:prstClr val="white"/>
              </a:solidFill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7200" b="1" spc="-300" dirty="0">
                <a:ln w="9525">
                  <a:solidFill>
                    <a:prstClr val="black"/>
                  </a:solidFill>
                </a:ln>
                <a:solidFill>
                  <a:prstClr val="white"/>
                </a:solidFill>
                <a:latin typeface="휴먼모음T" panose="02030504000101010101" pitchFamily="18" charset="-127"/>
                <a:ea typeface="휴먼모음T" panose="02030504000101010101" pitchFamily="18" charset="-127"/>
              </a:rPr>
              <a:t>주와 같이 같이 </a:t>
            </a:r>
            <a:r>
              <a:rPr lang="ko-KR" altLang="en-US" sz="7200" b="1" spc="-300" dirty="0" err="1">
                <a:ln w="9525">
                  <a:solidFill>
                    <a:prstClr val="black"/>
                  </a:solidFill>
                </a:ln>
                <a:solidFill>
                  <a:prstClr val="white"/>
                </a:solidFill>
                <a:latin typeface="휴먼모음T" panose="02030504000101010101" pitchFamily="18" charset="-127"/>
                <a:ea typeface="휴먼모음T" panose="02030504000101010101" pitchFamily="18" charset="-127"/>
              </a:rPr>
              <a:t>가려네</a:t>
            </a:r>
            <a:endParaRPr lang="en-US" altLang="ko-KR" sz="7200" b="1" spc="-300" dirty="0">
              <a:ln w="9525">
                <a:solidFill>
                  <a:prstClr val="black"/>
                </a:solidFill>
              </a:ln>
              <a:solidFill>
                <a:prstClr val="white"/>
              </a:solidFill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530577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ED175F-1C23-5FFF-A15D-E880F1EF42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39CA4395-7AE4-DC41-B17A-2395C6692F08}"/>
              </a:ext>
            </a:extLst>
          </p:cNvPr>
          <p:cNvSpPr txBox="1"/>
          <p:nvPr/>
        </p:nvSpPr>
        <p:spPr>
          <a:xfrm>
            <a:off x="0" y="1210272"/>
            <a:ext cx="12192000" cy="4437456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600" b="1" i="0" u="none" strike="noStrike" kern="1200" cap="none" spc="0" normalizeH="0" baseline="0" noProof="0">
                <a:ln w="9525">
                  <a:solidFill>
                    <a:prstClr val="black"/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휴먼모음T" panose="02030504000101010101" pitchFamily="18" charset="-127"/>
                <a:ea typeface="휴먼모음T" panose="02030504000101010101" pitchFamily="18" charset="-127"/>
                <a:cs typeface="+mn-cs"/>
              </a:rPr>
              <a:t>수고하셨습니다</a:t>
            </a:r>
            <a:r>
              <a:rPr kumimoji="0" lang="en-US" altLang="ko-KR" sz="9600" b="1" i="0" u="none" strike="noStrike" kern="1200" cap="none" spc="0" normalizeH="0" baseline="0" noProof="0">
                <a:ln w="9525">
                  <a:solidFill>
                    <a:prstClr val="black"/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휴먼모음T" panose="02030504000101010101" pitchFamily="18" charset="-127"/>
                <a:ea typeface="휴먼모음T" panose="02030504000101010101" pitchFamily="18" charset="-127"/>
                <a:cs typeface="+mn-cs"/>
              </a:rPr>
              <a:t>.</a:t>
            </a:r>
            <a:endParaRPr kumimoji="0" lang="en-US" altLang="ko-KR" sz="9600" b="1" i="0" u="none" strike="noStrike" kern="1200" cap="none" spc="0" normalizeH="0" baseline="0" noProof="0" dirty="0">
              <a:ln w="9525">
                <a:solidFill>
                  <a:prstClr val="black"/>
                </a:solidFill>
              </a:ln>
              <a:solidFill>
                <a:prstClr val="white"/>
              </a:solidFill>
              <a:effectLst/>
              <a:uLnTx/>
              <a:uFillTx/>
              <a:latin typeface="휴먼모음T" panose="02030504000101010101" pitchFamily="18" charset="-127"/>
              <a:ea typeface="휴먼모음T" panose="02030504000101010101" pitchFamily="18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651558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theme/theme1.xml><?xml version="1.0" encoding="utf-8"?>
<a:theme xmlns:a="http://schemas.openxmlformats.org/drawingml/2006/main" name="1_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Yu Gothic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Yu Gothic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Macintosh PowerPoint</Application>
  <PresentationFormat>와이드스크린</PresentationFormat>
  <Slides>0</Slides>
  <Notes>0</Notes>
  <HiddenSlides>0</HiddenSlides>
  <ScaleCrop>false</ScaleCrop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찬양 콘티</dc:title>
  <dc:creator>lyrics-generator</dc:creator>
</cp:coreProperties>
</file>