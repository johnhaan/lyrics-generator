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맘의 눈을 여소서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맘의 눈을 여소서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맘의 눈을 열어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 보게 하소서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 보게 하소서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X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 이름 높이 돌리고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영광의 빛 비춰 주시며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권능 넘치길 보기 원하네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거룩 거룩 거룩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X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거룩 거룩 거룩(X3)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 보게 하소서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