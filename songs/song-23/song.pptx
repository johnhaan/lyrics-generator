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죄 많은 이 세상은 </a:t>
            </a:r>
            <a:endParaRPr sz="9600" b="1" dirty="0">
              <a:solidFill>
                <a:srgbClr val="FFFF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9600"/>
              <a:buFont typeface="Arial"/>
              <a:buNone/>
            </a:pPr>
            <a:r>
              <a:rPr lang="ko-KR" sz="9600" b="1" dirty="0">
                <a:solidFill>
                  <a:srgbClr val="FFFF00"/>
                </a:solidFill>
              </a:rPr>
              <a:t>내 집 아니네</a:t>
            </a:r>
            <a:endParaRPr sz="9600" b="1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3"/>
          <p:cNvSpPr txBox="1"/>
          <p:nvPr/>
        </p:nvSpPr>
        <p:spPr>
          <a:xfrm>
            <a:off x="54950" y="263775"/>
            <a:ext cx="121920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1 죄 많은 이세상은 내집아니네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 모든 보화는 저 하늘에 있네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천국문을 열고 나를 부르네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00"/>
                </a:solidFill>
              </a:rPr>
              <a:t>( int )</a:t>
            </a:r>
            <a:endParaRPr sz="72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204faeed8_0_40"/>
          <p:cNvSpPr txBox="1"/>
          <p:nvPr/>
        </p:nvSpPr>
        <p:spPr>
          <a:xfrm>
            <a:off x="54950" y="263775"/>
            <a:ext cx="121920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1 죄 많은 이세상은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 집아니네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내 모든 보화는 저 하늘에 있네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천국문을 열고 나를 부르네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endParaRPr sz="72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4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오 주님같은 친구없도다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천국없으면 나 어떻게 하나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천국문을 열고 나를 부르네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int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204faeed8_0_44"/>
          <p:cNvSpPr txBox="1"/>
          <p:nvPr/>
        </p:nvSpPr>
        <p:spPr>
          <a:xfrm>
            <a:off x="54950" y="263775"/>
            <a:ext cx="121920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2 저 천국에서 모두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날 기다리네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800" b="1">
                <a:solidFill>
                  <a:srgbClr val="FFFFFF"/>
                </a:solidFill>
              </a:rPr>
              <a:t>내 주예수 피로 죄 씻음 받았네</a:t>
            </a:r>
            <a:endParaRPr sz="68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800" b="1">
                <a:solidFill>
                  <a:srgbClr val="FFFFFF"/>
                </a:solidFill>
              </a:rPr>
              <a:t>나 비록 약하나 주님 날 지키리</a:t>
            </a:r>
            <a:endParaRPr sz="68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6800" b="1">
                <a:solidFill>
                  <a:srgbClr val="FFFFFF"/>
                </a:solidFill>
              </a:rPr>
              <a:t>나는 이세상에 정들 수 없도다</a:t>
            </a:r>
            <a:endParaRPr sz="68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endParaRPr sz="72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204faeed8_0_48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오 주님같은 친구없도다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천국없으면 나 어떻게하나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천국문을 열고 나를 부르네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int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204faeed8_0_52"/>
          <p:cNvSpPr txBox="1"/>
          <p:nvPr/>
        </p:nvSpPr>
        <p:spPr>
          <a:xfrm>
            <a:off x="54950" y="263775"/>
            <a:ext cx="12192000" cy="56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ko-KR" sz="7200" b="1">
                <a:solidFill>
                  <a:srgbClr val="FFFFFF"/>
                </a:solidFill>
              </a:rPr>
              <a:t>3 저 영광의 땅에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 길이 살겠네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손 잡고 승리를 외치는 성도들의 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기쁜 찬송 하늘 울려퍼지네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endParaRPr sz="7200" b="1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204faeed8_0_56"/>
          <p:cNvSpPr txBox="1"/>
          <p:nvPr/>
        </p:nvSpPr>
        <p:spPr>
          <a:xfrm>
            <a:off x="0" y="635505"/>
            <a:ext cx="12192000" cy="54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 </a:t>
            </a:r>
            <a:r>
              <a:rPr lang="ko-KR" sz="7200" b="1">
                <a:solidFill>
                  <a:srgbClr val="FFFFFF"/>
                </a:solidFill>
              </a:rPr>
              <a:t>오 주님같은 친구없도다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천국없으면 나 어떻게하나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저 천국문을 열고 나를 부르네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ko-KR" sz="7200" b="1">
                <a:solidFill>
                  <a:srgbClr val="FFFFFF"/>
                </a:solidFill>
              </a:rPr>
              <a:t>나는 이세상에 정들 수 없도다</a:t>
            </a:r>
            <a:endParaRPr sz="72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800"/>
              <a:buFont typeface="Arial"/>
              <a:buNone/>
            </a:pP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( </a:t>
            </a:r>
            <a:r>
              <a:rPr lang="ko-KR" sz="6900" b="1">
                <a:solidFill>
                  <a:srgbClr val="FFFF00"/>
                </a:solidFill>
              </a:rPr>
              <a:t>X3 </a:t>
            </a:r>
            <a:r>
              <a:rPr lang="ko-KR" sz="6900" b="1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900" b="1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