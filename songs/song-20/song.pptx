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45774" y="1210272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600"/>
              <a:buFont typeface="Arial"/>
              <a:buNone/>
            </a:pPr>
            <a:r>
              <a:rPr lang="ko-KR" sz="9600" b="1">
                <a:solidFill>
                  <a:srgbClr val="FFFF00"/>
                </a:solidFill>
              </a:rPr>
              <a:t>지금 </a:t>
            </a:r>
            <a:r>
              <a:rPr lang="ko-KR" sz="9600" b="1" dirty="0">
                <a:solidFill>
                  <a:srgbClr val="FFFF00"/>
                </a:solidFill>
              </a:rPr>
              <a:t>우리가</a:t>
            </a:r>
            <a:endParaRPr sz="9600" b="1" i="0" u="none" strike="noStrike" cap="none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204faeed8_0_60"/>
          <p:cNvSpPr txBox="1"/>
          <p:nvPr/>
        </p:nvSpPr>
        <p:spPr>
          <a:xfrm>
            <a:off x="0" y="186826"/>
            <a:ext cx="12192000" cy="54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A 지금 우리가 주님안에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하나가 되어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바로 주님이 원하시는 뜻대로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주님의 크신 영광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높이는 노래가 되어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온 세상을 아름답게 하리라</a:t>
            </a:r>
            <a:r>
              <a:rPr lang="ko-KR" sz="6900" b="1">
                <a:solidFill>
                  <a:srgbClr val="FFFFFF"/>
                </a:solidFill>
              </a:rPr>
              <a:t> </a:t>
            </a:r>
            <a:endParaRPr sz="69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ko-KR" sz="7200" b="1">
                <a:solidFill>
                  <a:srgbClr val="FFFFFF"/>
                </a:solidFill>
              </a:rPr>
              <a:t>우리 모두가 주를 노래하는 아름다운 소리로 하나가 되어 바로 이 곳을 더욱 아름답게 아름답게 하리라</a:t>
            </a:r>
            <a:endParaRPr sz="7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204faeed8_0_64"/>
          <p:cNvSpPr txBox="1"/>
          <p:nvPr/>
        </p:nvSpPr>
        <p:spPr>
          <a:xfrm>
            <a:off x="0" y="186826"/>
            <a:ext cx="12192000" cy="54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A 지금 우리가 주님안에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하나가 되어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바로 주님이 원하시는 뜻대로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주님의 크신 영광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높이는 노래가 되어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온 세상을 아름답게 하리라 </a:t>
            </a:r>
            <a:endParaRPr sz="7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204faeed8_0_4"/>
          <p:cNvSpPr txBox="1"/>
          <p:nvPr/>
        </p:nvSpPr>
        <p:spPr>
          <a:xfrm>
            <a:off x="0" y="1210272"/>
            <a:ext cx="12192000" cy="44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ko-KR" sz="7200" b="1">
                <a:solidFill>
                  <a:srgbClr val="FFFFFF"/>
                </a:solidFill>
              </a:rPr>
              <a:t>우리 모두가 주를 노래하는 아름다운 소리로 하나가 되어 바로 이 곳을 더욱 아름답게 아름답게 하리라</a:t>
            </a:r>
            <a:r>
              <a:rPr lang="ko-KR" sz="7200" b="1">
                <a:solidFill>
                  <a:srgbClr val="FFFF00"/>
                </a:solidFill>
              </a:rPr>
              <a:t>(X2)</a:t>
            </a:r>
            <a:endParaRPr sz="72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600"/>
              <a:buFont typeface="Arial"/>
              <a:buNone/>
            </a:pPr>
            <a:r>
              <a:rPr lang="ko-KR" sz="96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ko-KR" sz="9600" b="1">
                <a:solidFill>
                  <a:srgbClr val="FFFF00"/>
                </a:solidFill>
              </a:rPr>
              <a:t>왕이신 하나님</a:t>
            </a:r>
            <a:endParaRPr sz="96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