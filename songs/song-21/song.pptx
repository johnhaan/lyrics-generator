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145774" y="1210272"/>
            <a:ext cx="12192000" cy="4437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9600"/>
              <a:buFont typeface="Arial"/>
              <a:buNone/>
            </a:pPr>
            <a:r>
              <a:rPr lang="ko-KR" sz="9600" b="1" dirty="0" err="1">
                <a:solidFill>
                  <a:srgbClr val="FFFF00"/>
                </a:solidFill>
              </a:rPr>
              <a:t>왕이신</a:t>
            </a:r>
            <a:r>
              <a:rPr lang="ko-KR" sz="9600" b="1" dirty="0">
                <a:solidFill>
                  <a:srgbClr val="FFFF00"/>
                </a:solidFill>
              </a:rPr>
              <a:t> 하나님</a:t>
            </a:r>
            <a:endParaRPr sz="9600" b="1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/>
        </p:nvSpPr>
        <p:spPr>
          <a:xfrm>
            <a:off x="0" y="635506"/>
            <a:ext cx="12192000" cy="4437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ko-KR" sz="7200" b="1">
                <a:solidFill>
                  <a:srgbClr val="FFFFFF"/>
                </a:solidFill>
              </a:rPr>
              <a:t>왕이신 하나님 높임을 받으소서 찬양하리라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영원히 높임을 받으실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그이름 찬양하리라</a:t>
            </a:r>
            <a:endParaRPr sz="72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/>
        </p:nvSpPr>
        <p:spPr>
          <a:xfrm>
            <a:off x="0" y="635506"/>
            <a:ext cx="12192000" cy="4437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B 그리스도 진리로 다스리네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기뻐하라 온땅이여 찬양하라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거룩하신 그이름 높이리라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204faeed8_0_68"/>
          <p:cNvSpPr txBox="1"/>
          <p:nvPr/>
        </p:nvSpPr>
        <p:spPr>
          <a:xfrm>
            <a:off x="0" y="635506"/>
            <a:ext cx="12192000" cy="44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ko-KR" sz="7200" b="1">
                <a:solidFill>
                  <a:srgbClr val="FFFFFF"/>
                </a:solidFill>
              </a:rPr>
              <a:t>왕이신 하나님 높임을 받으소서 찬양하리라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영원히 높임을 받으실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그이름 찬양하리라</a:t>
            </a:r>
            <a:endParaRPr sz="72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204faeed8_0_72"/>
          <p:cNvSpPr txBox="1"/>
          <p:nvPr/>
        </p:nvSpPr>
        <p:spPr>
          <a:xfrm>
            <a:off x="0" y="635506"/>
            <a:ext cx="12192000" cy="44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B 그리스도 진리로 다스리네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기뻐하라 온땅이여 찬양하라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거룩하신 그이름 높이리라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204faeed8_0_8"/>
          <p:cNvSpPr txBox="1"/>
          <p:nvPr/>
        </p:nvSpPr>
        <p:spPr>
          <a:xfrm>
            <a:off x="0" y="635506"/>
            <a:ext cx="12192000" cy="44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ko-KR" sz="7200" b="1">
                <a:solidFill>
                  <a:srgbClr val="FFFFFF"/>
                </a:solidFill>
              </a:rPr>
              <a:t>왕이신 하나님 높임을 받으소서 찬양하리라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영원히 높임을 받으실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그이름 찬양하리라</a:t>
            </a:r>
            <a:endParaRPr sz="72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204faeed8_0_12"/>
          <p:cNvSpPr txBox="1"/>
          <p:nvPr/>
        </p:nvSpPr>
        <p:spPr>
          <a:xfrm>
            <a:off x="0" y="635506"/>
            <a:ext cx="12192000" cy="44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B 그리스도 진리로 다스리네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기뻐하라 온땅이여 찬양하라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거룩하신 그이름 높이리라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00"/>
                </a:solidFill>
              </a:rPr>
              <a:t>(X2)</a:t>
            </a:r>
            <a:endParaRPr sz="7200" b="1">
              <a:solidFill>
                <a:srgbClr val="FFFF00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