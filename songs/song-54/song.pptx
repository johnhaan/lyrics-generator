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105B0-816D-7516-79A4-F93E382A0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DD28C-9431-A316-71EE-8B00B401550A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일어나라 주의 백성</a:t>
            </a:r>
          </a:p>
        </p:txBody>
      </p:sp>
    </p:spTree>
    <p:extLst>
      <p:ext uri="{BB962C8B-B14F-4D97-AF65-F5344CB8AC3E}">
        <p14:creationId xmlns:p14="http://schemas.microsoft.com/office/powerpoint/2010/main" val="1260011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0F090-9124-2A79-179C-D15E9AE1F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0973BA-F09B-1891-FD41-3D2F38CA528A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일어나라 주의 백성 빛을 발하라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주가 너의 영광으로 임하시리라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5752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FC553-FD4C-B477-15E4-A6F288B2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083F10-93BE-CACF-1561-29AA77FFB9B4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온 세상이 어둠 속에 헤매고 있지만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주가 너와 함께 계셔 회복을 명하리라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783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9D054-BA1F-CA18-514F-2DC6D9ADA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F98B1-0117-D948-80ED-6F8070C77C75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일어나라 빛을 발하라 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만백성이 너의 빛을 보고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사방에서 나아오네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6957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34D12-C121-3D97-0157-A9A3DC293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F8FA33-1768-E27D-84DC-F825E798487E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60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일어나라 빛을 발하라 </a:t>
            </a:r>
            <a:endParaRPr kumimoji="0" lang="en-US" altLang="ko-KR" sz="60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만백성이 </a:t>
            </a:r>
            <a:r>
              <a:rPr lang="ko-KR" altLang="en-US" sz="60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자유함을</a:t>
            </a: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얻어 </a:t>
            </a:r>
            <a:endParaRPr lang="en-US" altLang="ko-KR" sz="60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기뻐하는도다</a:t>
            </a:r>
            <a:endParaRPr kumimoji="0" lang="en-US" altLang="ko-KR" sz="60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74600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