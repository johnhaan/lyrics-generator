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95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213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368" y="192"/>
      </p:cViewPr>
      <p:guideLst>
        <p:guide orient="horz" pos="2159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>
              <a:defRPr/>
            </a:pPr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2026. 9. 13.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 preserve="1">
  <p:cSld name="제목 및 내용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2026. 9. 13.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2026. 9. 13.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2026. 9. 13.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2026. 9. 13.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2026. 9. 13.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2026. 9. 13.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2026. 9. 13.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2026. 9. 13.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2026. 9. 13.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2026. 9. 13.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1_Office 테마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2026. 9. 13.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</p:sldLayoutIdLst>
  <p:transition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105B0-816D-7516-79A4-F93E382A0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8DD28C-9431-A316-71EE-8B00B401550A}"/>
              </a:ext>
            </a:extLst>
          </p:cNvPr>
          <p:cNvSpPr txBox="1"/>
          <p:nvPr/>
        </p:nvSpPr>
        <p:spPr>
          <a:xfrm>
            <a:off x="0" y="1210272"/>
            <a:ext cx="12192000" cy="4437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6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srgbClr val="FFFF00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일어나라 주의 백성</a:t>
            </a:r>
          </a:p>
        </p:txBody>
      </p:sp>
    </p:spTree>
    <p:extLst>
      <p:ext uri="{BB962C8B-B14F-4D97-AF65-F5344CB8AC3E}">
        <p14:creationId xmlns:p14="http://schemas.microsoft.com/office/powerpoint/2010/main" val="12600117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0F090-9124-2A79-179C-D15E9AE1F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0973BA-F09B-1891-FD41-3D2F38CA528A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54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A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54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일어나라 주의 백성 빛을 발하라</a:t>
            </a:r>
            <a:endParaRPr lang="en-US" altLang="ko-KR" sz="5400" b="1" spc="-300" dirty="0">
              <a:ln w="9525">
                <a:solidFill>
                  <a:prstClr val="black"/>
                </a:solidFill>
              </a:ln>
              <a:solidFill>
                <a:srgbClr val="FFFFFF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54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주가 너의 영광으로 임하시리라</a:t>
            </a:r>
            <a:endParaRPr lang="en-US" altLang="ko-KR" sz="5400" b="1" spc="-300" dirty="0">
              <a:ln w="9525">
                <a:solidFill>
                  <a:prstClr val="black"/>
                </a:solidFill>
              </a:ln>
              <a:solidFill>
                <a:srgbClr val="FFFFFF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5400" b="1" spc="-300" dirty="0">
              <a:ln w="9525">
                <a:solidFill>
                  <a:prstClr val="black"/>
                </a:solidFill>
              </a:ln>
              <a:solidFill>
                <a:srgbClr val="FFFFFF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57526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FC553-FD4C-B477-15E4-A6F288B28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083F10-93BE-CACF-1561-29AA77FFB9B4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54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B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54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온 세상이 어둠 속에 헤매고 있지만</a:t>
            </a:r>
            <a:endParaRPr lang="en-US" altLang="ko-KR" sz="5400" b="1" spc="-300" dirty="0">
              <a:ln w="9525">
                <a:solidFill>
                  <a:prstClr val="black"/>
                </a:solidFill>
              </a:ln>
              <a:solidFill>
                <a:srgbClr val="FFFFFF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4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주가 너와 함께 계셔 회복을 명하리라</a:t>
            </a:r>
            <a:endParaRPr kumimoji="0" lang="en-US" altLang="ko-KR" sz="5400" b="1" i="0" u="none" strike="noStrike" kern="1200" cap="none" spc="-300" normalizeH="0" baseline="0" noProof="0" dirty="0">
              <a:ln w="9525">
                <a:solidFill>
                  <a:prstClr val="black"/>
                </a:solidFill>
              </a:ln>
              <a:solidFill>
                <a:srgbClr val="FFFFFF"/>
              </a:solidFill>
              <a:effectLst/>
              <a:uLnTx/>
              <a:uFillTx/>
              <a:latin typeface="휴먼모음T" panose="02030504000101010101" pitchFamily="18" charset="-127"/>
              <a:ea typeface="휴먼모음T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5400" b="1" i="0" u="none" strike="noStrike" kern="1200" cap="none" spc="-300" normalizeH="0" baseline="0" noProof="0" dirty="0">
              <a:ln w="9525">
                <a:solidFill>
                  <a:prstClr val="black"/>
                </a:solidFill>
              </a:ln>
              <a:solidFill>
                <a:srgbClr val="FFFFFF"/>
              </a:solidFill>
              <a:effectLst/>
              <a:uLnTx/>
              <a:uFillTx/>
              <a:latin typeface="휴먼모음T" panose="02030504000101010101" pitchFamily="18" charset="-127"/>
              <a:ea typeface="휴먼모음T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97838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9D054-BA1F-CA18-514F-2DC6D9ADA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9F98B1-0117-D948-80ED-6F8070C77C75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54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C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4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일어나라 빛을 발하라 </a:t>
            </a:r>
            <a:endParaRPr kumimoji="0" lang="en-US" altLang="ko-KR" sz="5400" b="1" i="0" u="none" strike="noStrike" kern="1200" cap="none" spc="-300" normalizeH="0" baseline="0" noProof="0" dirty="0">
              <a:ln w="9525">
                <a:solidFill>
                  <a:prstClr val="black"/>
                </a:solidFill>
              </a:ln>
              <a:solidFill>
                <a:srgbClr val="FFFFFF"/>
              </a:solidFill>
              <a:effectLst/>
              <a:uLnTx/>
              <a:uFillTx/>
              <a:latin typeface="휴먼모음T" panose="02030504000101010101" pitchFamily="18" charset="-127"/>
              <a:ea typeface="휴먼모음T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54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만백성이 너의 빛을 보고</a:t>
            </a:r>
            <a:endParaRPr lang="en-US" altLang="ko-KR" sz="5400" b="1" spc="-300" dirty="0">
              <a:ln w="9525">
                <a:solidFill>
                  <a:prstClr val="black"/>
                </a:solidFill>
              </a:ln>
              <a:solidFill>
                <a:srgbClr val="FFFFFF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4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사방에서 나아오네</a:t>
            </a:r>
            <a:endParaRPr kumimoji="0" lang="en-US" altLang="ko-KR" sz="5400" b="1" i="0" u="none" strike="noStrike" kern="1200" cap="none" spc="-300" normalizeH="0" baseline="0" noProof="0" dirty="0">
              <a:ln w="9525">
                <a:solidFill>
                  <a:prstClr val="black"/>
                </a:solidFill>
              </a:ln>
              <a:solidFill>
                <a:srgbClr val="FFFFFF"/>
              </a:solidFill>
              <a:effectLst/>
              <a:uLnTx/>
              <a:uFillTx/>
              <a:latin typeface="휴먼모음T" panose="02030504000101010101" pitchFamily="18" charset="-127"/>
              <a:ea typeface="휴먼모음T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169572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34D12-C121-3D97-0157-A9A3DC293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FF8FA33-1768-E27D-84DC-F825E798487E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6000" b="1" spc="-300" dirty="0">
              <a:ln w="9525">
                <a:solidFill>
                  <a:prstClr val="black"/>
                </a:solidFill>
              </a:ln>
              <a:solidFill>
                <a:srgbClr val="FFFFFF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60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일어나라 빛을 발하라 </a:t>
            </a:r>
            <a:endParaRPr kumimoji="0" lang="en-US" altLang="ko-KR" sz="6000" b="1" i="0" u="none" strike="noStrike" kern="1200" cap="none" spc="-300" normalizeH="0" baseline="0" noProof="0" dirty="0">
              <a:ln w="9525">
                <a:solidFill>
                  <a:prstClr val="black"/>
                </a:solidFill>
              </a:ln>
              <a:solidFill>
                <a:srgbClr val="FFFFFF"/>
              </a:solidFill>
              <a:effectLst/>
              <a:uLnTx/>
              <a:uFillTx/>
              <a:latin typeface="휴먼모음T" panose="02030504000101010101" pitchFamily="18" charset="-127"/>
              <a:ea typeface="휴먼모음T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60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만백성이 </a:t>
            </a:r>
            <a:r>
              <a:rPr lang="ko-KR" altLang="en-US" sz="6000" b="1" spc="-300" dirty="0" err="1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자유함을</a:t>
            </a:r>
            <a:r>
              <a:rPr lang="ko-KR" altLang="en-US" sz="60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 얻어 </a:t>
            </a:r>
            <a:endParaRPr lang="en-US" altLang="ko-KR" sz="6000" b="1" spc="-300" dirty="0">
              <a:ln w="9525">
                <a:solidFill>
                  <a:prstClr val="black"/>
                </a:solidFill>
              </a:ln>
              <a:solidFill>
                <a:srgbClr val="FFFFFF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6000" b="1" spc="-300" dirty="0" err="1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기뻐하는도다</a:t>
            </a:r>
            <a:endParaRPr kumimoji="0" lang="en-US" altLang="ko-KR" sz="6000" b="1" i="0" u="none" strike="noStrike" kern="1200" cap="none" spc="-300" normalizeH="0" baseline="0" noProof="0" dirty="0">
              <a:ln w="9525">
                <a:solidFill>
                  <a:prstClr val="black"/>
                </a:solidFill>
              </a:ln>
              <a:solidFill>
                <a:srgbClr val="FFFFFF"/>
              </a:solidFill>
              <a:effectLst/>
              <a:uLnTx/>
              <a:uFillTx/>
              <a:latin typeface="휴먼모음T" panose="02030504000101010101" pitchFamily="18" charset="-127"/>
              <a:ea typeface="휴먼모음T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7460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948D4-B665-A644-24B2-9BCAC62C6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337155-13E0-2357-BA43-45BF0BDF69F3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6000" b="1" spc="-300" dirty="0">
              <a:ln w="9525">
                <a:solidFill>
                  <a:prstClr val="black"/>
                </a:solidFill>
              </a:ln>
              <a:solidFill>
                <a:srgbClr val="FFFFFF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6000" b="1" i="0" u="none" strike="noStrike" kern="1200" cap="none" spc="-300" normalizeH="0" baseline="0" noProof="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effectLst/>
                <a:uLnTx/>
                <a:uFillTx/>
                <a:latin typeface="휴먼모음T" panose="02030504000101010101" pitchFamily="18" charset="-127"/>
                <a:ea typeface="휴먼모음T" panose="02030504000101010101" pitchFamily="18" charset="-127"/>
                <a:cs typeface="+mn-cs"/>
              </a:rPr>
              <a:t>일어나라 빛을 발하라 </a:t>
            </a:r>
            <a:endParaRPr kumimoji="0" lang="en-US" altLang="ko-KR" sz="6000" b="1" i="0" u="none" strike="noStrike" kern="1200" cap="none" spc="-300" normalizeH="0" baseline="0" noProof="0" dirty="0">
              <a:ln w="9525">
                <a:solidFill>
                  <a:prstClr val="black"/>
                </a:solidFill>
              </a:ln>
              <a:solidFill>
                <a:srgbClr val="FFFFFF"/>
              </a:solidFill>
              <a:effectLst/>
              <a:uLnTx/>
              <a:uFillTx/>
              <a:latin typeface="휴먼모음T" panose="02030504000101010101" pitchFamily="18" charset="-127"/>
              <a:ea typeface="휴먼모음T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60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만백성이 </a:t>
            </a:r>
            <a:r>
              <a:rPr lang="ko-KR" altLang="en-US" sz="6000" b="1" spc="-300" dirty="0" err="1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자유함을</a:t>
            </a:r>
            <a:r>
              <a:rPr lang="ko-KR" altLang="en-US" sz="60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 얻어 </a:t>
            </a:r>
            <a:endParaRPr lang="en-US" altLang="ko-KR" sz="6000" b="1" spc="-300" dirty="0">
              <a:ln w="9525">
                <a:solidFill>
                  <a:prstClr val="black"/>
                </a:solidFill>
              </a:ln>
              <a:solidFill>
                <a:srgbClr val="FFFFFF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6000" b="1" spc="-300" dirty="0" err="1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기뻐하는도다</a:t>
            </a:r>
            <a:endParaRPr kumimoji="0" lang="en-US" altLang="ko-KR" sz="6000" b="1" i="0" u="none" strike="noStrike" kern="1200" cap="none" spc="-300" normalizeH="0" baseline="0" noProof="0" dirty="0">
              <a:ln w="9525">
                <a:solidFill>
                  <a:prstClr val="black"/>
                </a:solidFill>
              </a:ln>
              <a:solidFill>
                <a:srgbClr val="FFFFFF"/>
              </a:solidFill>
              <a:effectLst/>
              <a:uLnTx/>
              <a:uFillTx/>
              <a:latin typeface="휴먼모음T" panose="02030504000101010101" pitchFamily="18" charset="-127"/>
              <a:ea typeface="휴먼모음T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19306807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</Words>
  <Application>Microsoft Macintosh PowerPoint</Application>
  <PresentationFormat>와이드스크린</PresentationFormat>
  <Paragraphs>19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0" baseType="lpstr">
      <vt:lpstr>맑은 고딕</vt:lpstr>
      <vt:lpstr>휴먼모음T</vt:lpstr>
      <vt:lpstr>Arial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찬양 콘티</dc:title>
  <dc:creator>lyrics-generator</dc:creator>
  <cp:lastModifiedBy>승진 한</cp:lastModifiedBy>
  <cp:revision>1</cp:revision>
  <dcterms:modified xsi:type="dcterms:W3CDTF">2026-09-13T12:20:52Z</dcterms:modified>
</cp:coreProperties>
</file>