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BBEC-4205-0B7A-F41F-C0A411B1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D2960C-A10C-81A9-4D01-0FD7D5947C89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</a:t>
            </a:r>
            <a:r>
              <a:rPr kumimoji="0" lang="en-US" altLang="ko-KR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다스리시네</a:t>
            </a:r>
          </a:p>
        </p:txBody>
      </p:sp>
    </p:spTree>
    <p:extLst>
      <p:ext uri="{BB962C8B-B14F-4D97-AF65-F5344CB8AC3E}">
        <p14:creationId xmlns:p14="http://schemas.microsoft.com/office/powerpoint/2010/main" val="393160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76DB-63E9-A43C-490D-21B4412B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4C262-87B8-9BF0-5133-BB2400DEBFB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복음들고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산을 넘는 자들의 발길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아름답고도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아름답도다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평화 전하며 복된 소식을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외치세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다스리시네</a:t>
            </a:r>
          </a:p>
        </p:txBody>
      </p:sp>
    </p:spTree>
    <p:extLst>
      <p:ext uri="{BB962C8B-B14F-4D97-AF65-F5344CB8AC3E}">
        <p14:creationId xmlns:p14="http://schemas.microsoft.com/office/powerpoint/2010/main" val="415378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3FAE-E512-0263-4084-49F0114AA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73369E-9F69-D85D-952D-09E72D54C84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다스리시네 주 다스리시네</a:t>
            </a:r>
            <a:r>
              <a:rPr kumimoji="0" lang="en-US" altLang="ko-KR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(x2)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82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BBBB6-2425-5102-57F6-2A36348D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7E430D-8F37-E718-8965-8363DEE5394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복음들고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산을 넘는 자들의 발길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아름답고도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아름답도다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평화 전하며 복된 소식을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외치세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다스리시네</a:t>
            </a:r>
          </a:p>
        </p:txBody>
      </p:sp>
    </p:spTree>
    <p:extLst>
      <p:ext uri="{BB962C8B-B14F-4D97-AF65-F5344CB8AC3E}">
        <p14:creationId xmlns:p14="http://schemas.microsoft.com/office/powerpoint/2010/main" val="228614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75084-36E9-6857-E7BA-7C623A57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D345DE-96DF-BCD4-FB4F-BCC5778E702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다스리시네 주 다스리시네</a:t>
            </a:r>
            <a:r>
              <a:rPr kumimoji="0" lang="en-US" altLang="ko-KR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(x2)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34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F3C4-BCE4-D4FD-D678-CD370E6E1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8CADA3-4406-5A1D-CF2D-7540D099D5A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다스리시네 주 다스리시네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(x2)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320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43FD-4E46-A306-7E74-C3B9657E2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7AC572-9380-CB92-60F6-CBC2F6B5F31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다스리시네 주 다스리시네</a:t>
            </a:r>
            <a:r>
              <a:rPr kumimoji="0" lang="en-US" altLang="ko-KR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(x2)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68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BF31E-7816-A0BA-9276-AEEE3F7E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B79A9E-E177-96DB-5E47-35F3C696566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1" i="0" u="none" strike="noStrike" kern="1200" cap="none" spc="-300" normalizeH="0" baseline="0" noProof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C </a:t>
            </a: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불을 </a:t>
            </a:r>
            <a:r>
              <a:rPr kumimoji="0" lang="ko-KR" altLang="en-US" sz="60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내려주소서</a:t>
            </a: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내게 성령의 불을 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죽어진 영혼 살릴 수 있도록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나를 </a:t>
            </a:r>
            <a:r>
              <a:rPr kumimoji="0" lang="ko-KR" altLang="en-US" sz="60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태워주소서</a:t>
            </a: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제단 위에 나를 드리니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열방의 불로 세우소서</a:t>
            </a:r>
          </a:p>
        </p:txBody>
      </p:sp>
    </p:spTree>
    <p:extLst>
      <p:ext uri="{BB962C8B-B14F-4D97-AF65-F5344CB8AC3E}">
        <p14:creationId xmlns:p14="http://schemas.microsoft.com/office/powerpoint/2010/main" val="10455471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