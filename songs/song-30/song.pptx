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E52C9-DCBA-279F-833E-2E97412E5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24F0F0-0CAC-0ED0-94EB-C2253AD60E3F}"/>
              </a:ext>
            </a:extLst>
          </p:cNvPr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주님 나를 </a:t>
            </a:r>
            <a:r>
              <a:rPr kumimoji="0" lang="ko-KR" altLang="en-US" sz="96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택하사</a:t>
            </a:r>
            <a:endParaRPr kumimoji="0" lang="ko-KR" altLang="en-US" sz="96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6634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07544-D77E-B9BD-7799-285A52A56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9231E8-A226-392B-67B0-0FCB52BCFE2C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A1 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주님 나를 </a:t>
            </a:r>
            <a:r>
              <a:rPr kumimoji="0" lang="ko-KR" altLang="en-US" sz="66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택하사</a:t>
            </a:r>
            <a:r>
              <a:rPr kumimoji="0" lang="ko-KR" altLang="en-US" sz="6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잃어버린 자에게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아버지의 사랑을 나누게 하시네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어두움을 밝히며 차가운 마음 녹이는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진리의 빛 전하게 하소서</a:t>
            </a:r>
            <a:endParaRPr kumimoji="0" lang="ko-KR" altLang="en-US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2615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00D75-BD78-FFE6-0C90-04E4F61DF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1E5D2D-6DD5-1530-99AB-31C7CDA8C42A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A2 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성령으로 </a:t>
            </a:r>
            <a:r>
              <a:rPr kumimoji="0" lang="ko-KR" altLang="en-US" sz="66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임하사</a:t>
            </a:r>
            <a:r>
              <a:rPr kumimoji="0" lang="ko-KR" altLang="en-US" sz="6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</a:t>
            </a:r>
            <a:r>
              <a:rPr kumimoji="0" lang="ko-KR" altLang="en-US" sz="66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소망없는</a:t>
            </a:r>
            <a:r>
              <a:rPr kumimoji="0" lang="ko-KR" altLang="en-US" sz="6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자에게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생명의 그 말씀을 전하게 하시네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목자없는</a:t>
            </a:r>
            <a:r>
              <a:rPr kumimoji="0" lang="ko-KR" altLang="en-US" sz="6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양 같이 방황하는 저들에게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주의 사랑 전하게 하소서</a:t>
            </a:r>
            <a:endParaRPr kumimoji="0" lang="ko-KR" altLang="en-US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7881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E91A8-297B-937D-AD23-77353564E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330350-60FD-F8A3-B9A4-2934CB98624C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54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B </a:t>
            </a:r>
            <a:r>
              <a:rPr kumimoji="0" lang="ko-KR" altLang="en-US" sz="60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보내소서</a:t>
            </a:r>
            <a:r>
              <a:rPr kumimoji="0" lang="ko-KR" altLang="en-US" sz="6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시련이 찾아 올 때도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주님의 눈물 기억하게 하소서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보내소서</a:t>
            </a:r>
            <a:r>
              <a:rPr kumimoji="0" lang="ko-KR" altLang="en-US" sz="6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주께서 가신 길을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나도 걸어가게 하소서</a:t>
            </a:r>
            <a:endParaRPr kumimoji="0" lang="ko-KR" altLang="en-US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36979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