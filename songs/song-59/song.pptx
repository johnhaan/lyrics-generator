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95" r:id="rId1"/>
  </p:sldMasterIdLst>
  <p:sldIdLst>
    <p:sldId id="256" r:id="rId56"/>
    <p:sldId id="257" r:id="rId57"/>
    <p:sldId id="258" r:id="rId58"/>
    <p:sldId id="259" r:id="rId5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213" autoAdjust="0"/>
    <p:restoredTop sz="94660"/>
  </p:normalViewPr>
  <p:slideViewPr>
    <p:cSldViewPr snapToGrid="0">
      <p:cViewPr>
        <p:scale>
          <a:sx n="80" d="100"/>
          <a:sy n="80" d="100"/>
        </p:scale>
        <p:origin x="2176" y="1208"/>
      </p:cViewPr>
      <p:guideLst>
        <p:guide orient="horz" pos="2159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55" Type="http://schemas.openxmlformats.org/officeDocument/2006/relationships/tableStyles" Target="tableStyles.xml"/><Relationship Id="rId53" Type="http://schemas.openxmlformats.org/officeDocument/2006/relationships/viewProps" Target="viewProps.xml"/><Relationship Id="rId52" Type="http://schemas.openxmlformats.org/officeDocument/2006/relationships/presProps" Target="presProps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56" Type="http://schemas.openxmlformats.org/officeDocument/2006/relationships/slide" Target="slides/slide1.xml"/><Relationship Id="rId57" Type="http://schemas.openxmlformats.org/officeDocument/2006/relationships/slide" Target="slides/slide2.xml"/><Relationship Id="rId58" Type="http://schemas.openxmlformats.org/officeDocument/2006/relationships/slide" Target="slides/slide3.xml"/><Relationship Id="rId59" Type="http://schemas.openxmlformats.org/officeDocument/2006/relationships/slide" Target="slides/slide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슬라이드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>
              <a:defRPr/>
            </a:pPr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 type="obj" preserve="1">
  <p:cSld name="제목 및 내용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구역 머리글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콘텐츠 2개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비교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만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콘텐츠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그림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세로 텍스트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세로 제목 및 텍스트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1_Office 테마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85" r:id="rId2"/>
    <p:sldLayoutId id="2147483686" r:id="rId3"/>
    <p:sldLayoutId id="2147483687" r:id="rId4"/>
    <p:sldLayoutId id="2147483688" r:id="rId5"/>
    <p:sldLayoutId id="2147483689" r:id="rId6"/>
    <p:sldLayoutId id="2147483690" r:id="rId7"/>
    <p:sldLayoutId id="2147483691" r:id="rId8"/>
    <p:sldLayoutId id="2147483692" r:id="rId9"/>
    <p:sldLayoutId id="2147483693" r:id="rId10"/>
    <p:sldLayoutId id="2147483694" r:id="rId11"/>
  </p:sldLayoutIdLst>
  <p:transition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1210272"/>
            <a:ext cx="12192000" cy="443745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9600" b="1" spc="-300" dirty="0">
                <a:ln w="9525">
                  <a:solidFill>
                    <a:prstClr val="black"/>
                  </a:solidFill>
                </a:ln>
                <a:solidFill>
                  <a:srgbClr val="FFFF00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나는 예배자입니다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150DC1-CDBB-81FB-B9F0-9113F0624C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34BB743-BBEA-1161-BB8A-9A0784C4A543}"/>
              </a:ext>
            </a:extLst>
          </p:cNvPr>
          <p:cNvSpPr txBox="1"/>
          <p:nvPr/>
        </p:nvSpPr>
        <p:spPr>
          <a:xfrm>
            <a:off x="0" y="635505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A</a:t>
            </a: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 나는 하나님을 예배하는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예배자입니다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내가 서있는 곳 어디서나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하나님을 예배합니다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009671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5AE4D7-7E59-A1BA-3D9A-576E7F7326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2B48B99-E4A3-82B1-D24D-961F8B1F31EA}"/>
              </a:ext>
            </a:extLst>
          </p:cNvPr>
          <p:cNvSpPr txBox="1"/>
          <p:nvPr/>
        </p:nvSpPr>
        <p:spPr>
          <a:xfrm>
            <a:off x="0" y="635505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B</a:t>
            </a: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 내 영혼 거룩한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은혜를 향하여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내 마음 완전한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하나님 향하여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141746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9E01CE-226F-0337-95EB-B728F6CEF4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35B5006-BB37-32C2-890B-411B5D54CC81}"/>
              </a:ext>
            </a:extLst>
          </p:cNvPr>
          <p:cNvSpPr txBox="1"/>
          <p:nvPr/>
        </p:nvSpPr>
        <p:spPr>
          <a:xfrm>
            <a:off x="0" y="635505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B</a:t>
            </a: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 이 곳에서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바로 이 시간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하나님을 예배합니다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39812010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Macintosh PowerPoint</Application>
  <PresentationFormat>와이드스크린</PresentationFormat>
  <Slides>0</Slides>
  <Notes>0</Notes>
  <HiddenSlides>0</HiddenSlides>
  <ScaleCrop>false</ScaleCrop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찬양 콘티</dc:title>
  <dc:creator>lyrics-generator</dc:creator>
</cp:coreProperties>
</file>