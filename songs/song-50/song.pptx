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95" r:id="rId1"/>
  </p:sldMasterIdLst>
  <p:sldIdLst>
    <p:sldId id="256" r:id="rId56"/>
    <p:sldId id="257" r:id="rId57"/>
    <p:sldId id="258" r:id="rId58"/>
    <p:sldId id="259" r:id="rId59"/>
    <p:sldId id="260" r:id="rId60"/>
    <p:sldId id="261" r:id="rId61"/>
    <p:sldId id="262" r:id="rId6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213" autoAdjust="0"/>
    <p:restoredTop sz="94660"/>
  </p:normalViewPr>
  <p:slideViewPr>
    <p:cSldViewPr snapToGrid="0">
      <p:cViewPr>
        <p:scale>
          <a:sx n="80" d="100"/>
          <a:sy n="80" d="100"/>
        </p:scale>
        <p:origin x="2176" y="1208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55" Type="http://schemas.openxmlformats.org/officeDocument/2006/relationships/tableStyles" Target="tableStyles.xml"/><Relationship Id="rId53" Type="http://schemas.openxmlformats.org/officeDocument/2006/relationships/viewProps" Target="viewProps.xml"/><Relationship Id="rId52" Type="http://schemas.openxmlformats.org/officeDocument/2006/relationships/presProps" Target="presProps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56" Type="http://schemas.openxmlformats.org/officeDocument/2006/relationships/slide" Target="slides/slide1.xml"/><Relationship Id="rId57" Type="http://schemas.openxmlformats.org/officeDocument/2006/relationships/slide" Target="slides/slide2.xml"/><Relationship Id="rId58" Type="http://schemas.openxmlformats.org/officeDocument/2006/relationships/slide" Target="slides/slide3.xml"/><Relationship Id="rId59" Type="http://schemas.openxmlformats.org/officeDocument/2006/relationships/slide" Target="slides/slide4.xml"/><Relationship Id="rId60" Type="http://schemas.openxmlformats.org/officeDocument/2006/relationships/slide" Target="slides/slide5.xml"/><Relationship Id="rId61" Type="http://schemas.openxmlformats.org/officeDocument/2006/relationships/slide" Target="slides/slide6.xml"/><Relationship Id="rId62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>
              <a:defRPr/>
            </a:pPr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 preserve="1">
  <p:cSld name="제목 및 내용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1_Office 테마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</p:sldLayoutIdLst>
  <p:transition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210272"/>
            <a:ext cx="12192000" cy="443745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6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내 눈 주의 영광을 보네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8BD35D-48F2-F74A-04C8-791F742B6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534303-F635-69FF-F08F-C558C9D66902}"/>
              </a:ext>
            </a:extLst>
          </p:cNvPr>
          <p:cNvSpPr txBox="1"/>
          <p:nvPr/>
        </p:nvSpPr>
        <p:spPr>
          <a:xfrm>
            <a:off x="0" y="478752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A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내 눈 주의 영광을 보네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우리 가운데 계신 주님</a:t>
            </a:r>
            <a:endParaRPr kumimoji="0" lang="en-US" altLang="ko-KR" sz="72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그 빛난 영광 온 하늘 덮고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그 찬송 온 땅 가득해</a:t>
            </a:r>
            <a:endParaRPr kumimoji="0" lang="en-US" altLang="ko-KR" sz="72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02425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A2C8C-6D6C-BE76-9FA5-5ACB3CB9E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77800D0-9C50-D136-5CA5-4434D176F12A}"/>
              </a:ext>
            </a:extLst>
          </p:cNvPr>
          <p:cNvSpPr txBox="1"/>
          <p:nvPr/>
        </p:nvSpPr>
        <p:spPr>
          <a:xfrm>
            <a:off x="0" y="885148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내 눈 주의 영광을 보네</a:t>
            </a:r>
            <a:endParaRPr kumimoji="0" lang="en-US" altLang="ko-KR" sz="72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찬송 가운데 서신주님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주님의 얼굴은 온 세상 향하네</a:t>
            </a:r>
            <a:endParaRPr kumimoji="0" lang="en-US" altLang="ko-KR" sz="72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권능의 팔을 </a:t>
            </a:r>
            <a:r>
              <a:rPr lang="ko-KR" altLang="en-US" sz="7200" b="1" spc="-300" dirty="0" err="1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드셨네</a:t>
            </a:r>
            <a:endParaRPr kumimoji="0" lang="en-US" altLang="ko-KR" sz="72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11076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A0EAF-A94D-3627-4301-4A38A1800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84BABA4-8F7C-24F5-81B6-DAF73FA351AD}"/>
              </a:ext>
            </a:extLst>
          </p:cNvPr>
          <p:cNvSpPr txBox="1"/>
          <p:nvPr/>
        </p:nvSpPr>
        <p:spPr>
          <a:xfrm>
            <a:off x="0" y="478752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B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주의 영광 이곳에 가득해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우린 서네 주님과 함께</a:t>
            </a:r>
            <a:endParaRPr kumimoji="0" lang="en-US" altLang="ko-KR" sz="72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찬양하며 우리는 전진하리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모든 열방 주 볼 때까지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98154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13500-C272-87C3-B08B-9B1C84336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4C99844-FA0A-69F3-4946-C0F534C04565}"/>
              </a:ext>
            </a:extLst>
          </p:cNvPr>
          <p:cNvSpPr txBox="1"/>
          <p:nvPr/>
        </p:nvSpPr>
        <p:spPr>
          <a:xfrm>
            <a:off x="0" y="478752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C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하늘 아버지 우릴 새롭게 하사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열방 중에서 주를 섬기게 하소서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모든 나라 일어나 찬송 부르며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영광의 주님을 보게 하소서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756486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379498-0BD3-D4CF-76EE-15C1E182B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2CB278F-C832-CB4D-FAC1-AB209156310B}"/>
              </a:ext>
            </a:extLst>
          </p:cNvPr>
          <p:cNvSpPr txBox="1"/>
          <p:nvPr/>
        </p:nvSpPr>
        <p:spPr>
          <a:xfrm>
            <a:off x="0" y="478752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B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주의 영광 이곳에 가득해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우린 서네 주님과 함께</a:t>
            </a:r>
            <a:endParaRPr kumimoji="0" lang="en-US" altLang="ko-KR" sz="72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찬양하며 우리는 전진하리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모든 열방 주 볼 때까지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srgbClr val="FFFFFF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912450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0F51C-8882-FB10-CA67-4CB48D826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D767A82-910E-6898-C3DE-6E0C236D0DA3}"/>
              </a:ext>
            </a:extLst>
          </p:cNvPr>
          <p:cNvSpPr txBox="1"/>
          <p:nvPr/>
        </p:nvSpPr>
        <p:spPr>
          <a:xfrm>
            <a:off x="0" y="1210272"/>
            <a:ext cx="12192000" cy="443745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6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간주</a:t>
            </a:r>
          </a:p>
        </p:txBody>
      </p:sp>
    </p:spTree>
    <p:extLst>
      <p:ext uri="{BB962C8B-B14F-4D97-AF65-F5344CB8AC3E}">
        <p14:creationId xmlns:p14="http://schemas.microsoft.com/office/powerpoint/2010/main" val="369436100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Macintosh PowerPoint</Application>
  <PresentationFormat>와이드스크린</PresentationFormat>
  <Slides>0</Slides>
  <Notes>0</Notes>
  <HiddenSlides>0</HiddenSlide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찬양 콘티</dc:title>
  <dc:creator>lyrics-generator</dc:creator>
</cp:coreProperties>
</file>