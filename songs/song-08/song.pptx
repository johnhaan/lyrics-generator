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95" r:id="rId1"/>
  </p:sldMasterIdLst>
  <p:sldIdLst>
    <p:sldId id="256" r:id="rId56"/>
    <p:sldId id="257" r:id="rId57"/>
    <p:sldId id="258" r:id="rId58"/>
    <p:sldId id="259" r:id="rId59"/>
    <p:sldId id="260" r:id="rId60"/>
    <p:sldId id="261" r:id="rId6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8213" autoAdjust="0"/>
    <p:restoredTop sz="94660"/>
  </p:normalViewPr>
  <p:slideViewPr>
    <p:cSldViewPr snapToGrid="0">
      <p:cViewPr>
        <p:scale>
          <a:sx n="80" d="100"/>
          <a:sy n="80" d="100"/>
        </p:scale>
        <p:origin x="2176" y="1208"/>
      </p:cViewPr>
      <p:guideLst>
        <p:guide orient="horz" pos="2159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55" Type="http://schemas.openxmlformats.org/officeDocument/2006/relationships/tableStyles" Target="tableStyles.xml"/><Relationship Id="rId53" Type="http://schemas.openxmlformats.org/officeDocument/2006/relationships/viewProps" Target="viewProps.xml"/><Relationship Id="rId52" Type="http://schemas.openxmlformats.org/officeDocument/2006/relationships/presProps" Target="presProps.xml"/><Relationship Id="rId54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56" Type="http://schemas.openxmlformats.org/officeDocument/2006/relationships/slide" Target="slides/slide1.xml"/><Relationship Id="rId57" Type="http://schemas.openxmlformats.org/officeDocument/2006/relationships/slide" Target="slides/slide2.xml"/><Relationship Id="rId58" Type="http://schemas.openxmlformats.org/officeDocument/2006/relationships/slide" Target="slides/slide3.xml"/><Relationship Id="rId59" Type="http://schemas.openxmlformats.org/officeDocument/2006/relationships/slide" Target="slides/slide4.xml"/><Relationship Id="rId60" Type="http://schemas.openxmlformats.org/officeDocument/2006/relationships/slide" Target="slides/slide5.xml"/><Relationship Id="rId61" Type="http://schemas.openxmlformats.org/officeDocument/2006/relationships/slide" Target="slides/slide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lvl="0">
              <a:defRPr/>
            </a:pPr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 preserve="1">
  <p:cSld name="제목 및 내용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1_Office 테마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편집하려면 클릭</a:t>
            </a:r>
          </a:p>
          <a:p>
            <a:pPr lvl="1">
              <a:defRPr/>
            </a:pPr>
            <a:r>
              <a:rPr lang="ko-KR" altLang="en-US"/>
              <a:t>두 번째 수준</a:t>
            </a:r>
          </a:p>
          <a:p>
            <a:pPr lvl="2">
              <a:defRPr/>
            </a:pPr>
            <a:r>
              <a:rPr lang="ko-KR" altLang="en-US"/>
              <a:t>세 번째 수준</a:t>
            </a:r>
          </a:p>
          <a:p>
            <a:pPr lvl="3">
              <a:defRPr/>
            </a:pPr>
            <a:r>
              <a:rPr lang="ko-KR" altLang="en-US"/>
              <a:t>네 번째 수준</a:t>
            </a:r>
          </a:p>
          <a:p>
            <a:pPr lvl="4">
              <a:defRPr/>
            </a:pPr>
            <a:r>
              <a:rPr lang="ko-KR" altLang="en-US"/>
              <a:t>다섯 번째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0BD871DD-1858-4781-B254-D16AD077A5DC}" type="datetime1">
              <a:rPr lang="ko-KR" altLang="en-US"/>
              <a:pPr lvl="0">
                <a:defRPr/>
              </a:pPr>
              <a:t>2026. 6. 19.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7E389C4C-7C70-4712-AF5A-793F4BBAA38A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ransition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D175F-1C23-5FFF-A15D-E880F1EF42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39CA4395-7AE4-DC41-B17A-2395C6692F08}"/>
              </a:ext>
            </a:extLst>
          </p:cNvPr>
          <p:cNvSpPr txBox="1"/>
          <p:nvPr/>
        </p:nvSpPr>
        <p:spPr>
          <a:xfrm>
            <a:off x="145774" y="1210272"/>
            <a:ext cx="12192000" cy="4437456"/>
          </a:xfrm>
          <a:prstGeom prst="rect">
            <a:avLst/>
          </a:prstGeom>
          <a:noFill/>
        </p:spPr>
        <p:txBody>
          <a:bodyPr wrap="square" anchor="ctr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영혼의 </a:t>
            </a:r>
            <a:r>
              <a:rPr kumimoji="0" lang="ko-KR" altLang="en-US" sz="96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그윽히</a:t>
            </a:r>
            <a:endParaRPr kumimoji="0" lang="en-US" altLang="ko-KR" sz="96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9600" b="1" i="0" u="none" strike="noStrike" kern="1200" cap="none" spc="0" normalizeH="0" baseline="0" noProof="0" dirty="0">
                <a:ln w="9525">
                  <a:solidFill>
                    <a:prstClr val="black"/>
                  </a:solidFill>
                </a:ln>
                <a:solidFill>
                  <a:srgbClr val="FFFF00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깊은 데서</a:t>
            </a:r>
            <a:endParaRPr kumimoji="0" lang="en-US" altLang="ko-KR" sz="9600" b="1" i="0" u="none" strike="noStrike" kern="1200" cap="none" spc="0" normalizeH="0" baseline="0" noProof="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7708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0AF4-442D-9BDC-7869-8B775A7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E4881-A604-9190-0051-C27A60D72D1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A1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영혼의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그윽히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깊은데서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맑은 가락이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울려나네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하늘 곡조가 언제나 흘러나와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영혼을 고이 싸네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0AF4-442D-9BDC-7869-8B775A7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E4881-A604-9190-0051-C27A60D72D1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A2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맘 속에 솟아난 이 평화는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깊이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묻히인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 </a:t>
            </a:r>
            <a:r>
              <a:rPr kumimoji="0" lang="ko-KR" altLang="en-US" sz="7200" b="1" i="0" u="none" strike="noStrike" kern="1200" cap="none" spc="-300" normalizeH="0" baseline="0" noProof="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보배로다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나의 보화를 캐내어 가져갈</a:t>
            </a:r>
            <a:r>
              <a:rPr lang="en-US" altLang="ko-KR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 </a:t>
            </a: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자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아무도 없으리라</a:t>
            </a:r>
            <a:endParaRPr lang="en-US" altLang="ko-KR" sz="4800" b="1" spc="-300" dirty="0">
              <a:ln w="9525">
                <a:solidFill>
                  <a:prstClr val="black"/>
                </a:solidFill>
              </a:ln>
              <a:solidFill>
                <a:srgbClr val="FFFF00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0AF4-442D-9BDC-7869-8B775A7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E4881-A604-9190-0051-C27A60D72D1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B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평화 평화로다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하늘 위에서 내려오네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그 사랑의 물결이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영원토록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영혼을 </a:t>
            </a:r>
            <a:r>
              <a:rPr lang="ko-KR" altLang="en-US" sz="7200" b="1" spc="-300" dirty="0" err="1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덮으소서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0AF4-442D-9BDC-7869-8B775A7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E4881-A604-9190-0051-C27A60D72D1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A3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 영혼에 평화가 넘쳐남은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주의 큰 복을 받음이라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내가 주야로 주님과 함께 있어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내 영혼이 편히 쉬네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09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DA0AF4-442D-9BDC-7869-8B775A7599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BCE4881-A604-9190-0051-C27A60D72D17}"/>
              </a:ext>
            </a:extLst>
          </p:cNvPr>
          <p:cNvSpPr txBox="1"/>
          <p:nvPr/>
        </p:nvSpPr>
        <p:spPr>
          <a:xfrm>
            <a:off x="0" y="635505"/>
            <a:ext cx="12192000" cy="5469203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A4 </a:t>
            </a: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이 땅 위에 험한 길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가는 동안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참된 평화가 어디 있나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7200" b="1" i="0" u="none" strike="noStrike" kern="1200" cap="none" spc="-300" normalizeH="0" baseline="0" noProof="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effectLst/>
                <a:uLnTx/>
                <a:uFillTx/>
                <a:latin typeface="휴먼모음T" panose="02030504000101010101" pitchFamily="18" charset="-127"/>
                <a:ea typeface="휴먼모음T" panose="02030504000101010101" pitchFamily="18" charset="-127"/>
                <a:cs typeface="+mn-cs"/>
              </a:rPr>
              <a:t>우리 모두 다 예수를 친구삼아</a:t>
            </a:r>
            <a:endParaRPr kumimoji="0" lang="en-US" altLang="ko-KR" sz="7200" b="1" i="0" u="none" strike="noStrike" kern="1200" cap="none" spc="-300" normalizeH="0" baseline="0" noProof="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effectLst/>
              <a:uLnTx/>
              <a:uFillTx/>
              <a:latin typeface="휴먼모음T" panose="02030504000101010101" pitchFamily="18" charset="-127"/>
              <a:ea typeface="휴먼모음T" panose="02030504000101010101" pitchFamily="18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7200" b="1" spc="-300" dirty="0">
                <a:ln w="9525">
                  <a:solidFill>
                    <a:prstClr val="black"/>
                  </a:solidFill>
                </a:ln>
                <a:solidFill>
                  <a:prstClr val="white"/>
                </a:solidFill>
                <a:latin typeface="휴먼모음T" panose="02030504000101010101" pitchFamily="18" charset="-127"/>
                <a:ea typeface="휴먼모음T" panose="02030504000101010101" pitchFamily="18" charset="-127"/>
              </a:rPr>
              <a:t>참 평화를 누리겠네</a:t>
            </a:r>
            <a:endParaRPr lang="en-US" altLang="ko-KR" sz="7200" b="1" spc="-300" dirty="0">
              <a:ln w="9525">
                <a:solidFill>
                  <a:prstClr val="black"/>
                </a:solidFill>
              </a:ln>
              <a:solidFill>
                <a:prstClr val="white"/>
              </a:solidFill>
              <a:latin typeface="휴먼모음T" panose="02030504000101010101" pitchFamily="18" charset="-127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9517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Macintosh PowerPoint</Application>
  <PresentationFormat>와이드스크린</PresentationFormat>
  <Slides>0</Slides>
  <Notes>0</Notes>
  <HiddenSlides>0</HiddenSlide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찬양 콘티</dc:title>
  <dc:creator>lyrics-generator</dc:creator>
</cp:coreProperties>
</file>