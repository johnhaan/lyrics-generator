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  <p:sldId id="269" r:id="rId69"/>
    <p:sldId id="270" r:id="rId70"/>
    <p:sldId id="271" r:id="rId71"/>
    <p:sldId id="272" r:id="rId72"/>
    <p:sldId id="273" r:id="rId73"/>
    <p:sldId id="274" r:id="rId74"/>
    <p:sldId id="275" r:id="rId75"/>
    <p:sldId id="276" r:id="rId76"/>
    <p:sldId id="277" r:id="rId77"/>
    <p:sldId id="278" r:id="rId7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Relationship Id="rId69" Type="http://schemas.openxmlformats.org/officeDocument/2006/relationships/slide" Target="slides/slide14.xml"/><Relationship Id="rId70" Type="http://schemas.openxmlformats.org/officeDocument/2006/relationships/slide" Target="slides/slide15.xml"/><Relationship Id="rId71" Type="http://schemas.openxmlformats.org/officeDocument/2006/relationships/slide" Target="slides/slide16.xml"/><Relationship Id="rId72" Type="http://schemas.openxmlformats.org/officeDocument/2006/relationships/slide" Target="slides/slide17.xml"/><Relationship Id="rId73" Type="http://schemas.openxmlformats.org/officeDocument/2006/relationships/slide" Target="slides/slide18.xml"/><Relationship Id="rId74" Type="http://schemas.openxmlformats.org/officeDocument/2006/relationships/slide" Target="slides/slide19.xml"/><Relationship Id="rId75" Type="http://schemas.openxmlformats.org/officeDocument/2006/relationships/slide" Target="slides/slide20.xml"/><Relationship Id="rId76" Type="http://schemas.openxmlformats.org/officeDocument/2006/relationships/slide" Target="slides/slide21.xml"/><Relationship Id="rId77" Type="http://schemas.openxmlformats.org/officeDocument/2006/relationships/slide" Target="slides/slide22.xml"/><Relationship Id="rId78" Type="http://schemas.openxmlformats.org/officeDocument/2006/relationships/slide" Target="slides/slide2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가는 </a:t>
            </a:r>
            <a:endParaRPr lang="en-US" altLang="ko-KR" sz="96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성도들아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(Intro 8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마디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가는 성도들아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 길에 장애를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두려워말라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너를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인도하시리니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왜 지체를 하고 있느냐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7BC80-CB48-DC6A-56E6-7316C4AF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7B61C-3E47-22AA-05E5-538A7ADE02B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(1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가는 성도들아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 길에 장애를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두려워말라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379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3FC8C-A226-27EE-2743-47538469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FB9756-DF7A-CA2B-CDDF-E29D9182A09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너를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인도하시리니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왜 지체를 하고 있느냐</a:t>
            </a:r>
          </a:p>
        </p:txBody>
      </p:sp>
    </p:spTree>
    <p:extLst>
      <p:ext uri="{BB962C8B-B14F-4D97-AF65-F5344CB8AC3E}">
        <p14:creationId xmlns:p14="http://schemas.microsoft.com/office/powerpoint/2010/main" val="47327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4614-2D4D-D7F5-9B8E-3B7EF5E2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92583-370D-425E-2D10-2628DE05973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천성문만 바라고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847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FA1F-CDD8-AD48-2A60-BBE4076C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B34F9-0ABF-84DA-A025-EBCE1BE8416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천사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너희를 영접하러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 앞에 기다려 서있네</a:t>
            </a:r>
          </a:p>
        </p:txBody>
      </p:sp>
    </p:spTree>
    <p:extLst>
      <p:ext uri="{BB962C8B-B14F-4D97-AF65-F5344CB8AC3E}">
        <p14:creationId xmlns:p14="http://schemas.microsoft.com/office/powerpoint/2010/main" val="1863095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802A-CC0A-73B4-B901-87BA9E26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E42C29-A7AB-F6A8-9FFE-5EBAD785591E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 주</a:t>
            </a: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96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28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2860-62CB-44FF-824E-A00336FB6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28E52F-2C55-A290-2046-B34BD1F2747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 가는 길을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누가 비웃거든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확실한 증거를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보여 주어라</a:t>
            </a:r>
          </a:p>
        </p:txBody>
      </p:sp>
    </p:spTree>
    <p:extLst>
      <p:ext uri="{BB962C8B-B14F-4D97-AF65-F5344CB8AC3E}">
        <p14:creationId xmlns:p14="http://schemas.microsoft.com/office/powerpoint/2010/main" val="7121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E00BC-152A-2601-BCFC-E3DA4696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E17D4C-1993-4392-2919-23FC0530CEB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성령이 친히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감화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하여주사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그들도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참길을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찾으리</a:t>
            </a:r>
          </a:p>
        </p:txBody>
      </p:sp>
    </p:spTree>
    <p:extLst>
      <p:ext uri="{BB962C8B-B14F-4D97-AF65-F5344CB8AC3E}">
        <p14:creationId xmlns:p14="http://schemas.microsoft.com/office/powerpoint/2010/main" val="1216888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D877C-9740-C7CD-1E8A-F63966E7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304E3C-838A-9CFF-5899-816966D33C8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천성문만 바라고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745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B051-1836-FD13-68AC-4C9DC84E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DB46B4-9769-3314-8ECF-6B4A4BE078A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천사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너희를 영접하러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 앞에 기다려 서있네</a:t>
            </a:r>
          </a:p>
        </p:txBody>
      </p:sp>
    </p:spTree>
    <p:extLst>
      <p:ext uri="{BB962C8B-B14F-4D97-AF65-F5344CB8AC3E}">
        <p14:creationId xmlns:p14="http://schemas.microsoft.com/office/powerpoint/2010/main" val="4280639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F9CDA-2BBE-EC5E-1422-DEF83C2F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3AC3B-179A-0642-EAF3-D5610EF3F2A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천성문만 바라고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677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0C19-E4CB-F226-D5D7-63E9A240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346ACD-38F3-FCFE-CB5D-4C12F690C03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천사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너희를 영접하러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 앞에 기다려 서있네</a:t>
            </a:r>
          </a:p>
        </p:txBody>
      </p:sp>
    </p:spTree>
    <p:extLst>
      <p:ext uri="{BB962C8B-B14F-4D97-AF65-F5344CB8AC3E}">
        <p14:creationId xmlns:p14="http://schemas.microsoft.com/office/powerpoint/2010/main" val="452495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7014-6A21-CB58-B579-A58CD38F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6B3D5-97FD-B3B7-1A90-DBF6A8B14492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 주</a:t>
            </a: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96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8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18AF3-07E9-1594-8D3B-8BD6AB8B4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D332A2-9198-EDB0-AE21-ADE21EB8F01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(3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 가는 길을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모두 가기 전에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네 손에 든 검을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꽂지 말아라</a:t>
            </a:r>
          </a:p>
        </p:txBody>
      </p:sp>
    </p:spTree>
    <p:extLst>
      <p:ext uri="{BB962C8B-B14F-4D97-AF65-F5344CB8AC3E}">
        <p14:creationId xmlns:p14="http://schemas.microsoft.com/office/powerpoint/2010/main" val="2738337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A6A6-2626-DFED-BF25-7535D241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06C84-E61E-46C7-8CD7-11EACFA2F46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저 마귀 흉계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모두 깨뜨리고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끝까지 잘 싸워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이겨라</a:t>
            </a:r>
          </a:p>
        </p:txBody>
      </p:sp>
    </p:spTree>
    <p:extLst>
      <p:ext uri="{BB962C8B-B14F-4D97-AF65-F5344CB8AC3E}">
        <p14:creationId xmlns:p14="http://schemas.microsoft.com/office/powerpoint/2010/main" val="2716551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D7A3-75D7-01A8-8EB1-8CC41FBC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16201D-70E0-5CD1-980D-F1E610250E6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천성문만 바라고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3035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E1B6E-DECA-35DF-DFC2-CF630EB5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14CFD7-99E9-66A5-C10D-2F599C80BA7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천사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너희를 영접하러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 앞에 기다려 서있네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540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8642-DCE2-CECA-41B2-3E848D46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0C8C9-EB12-93F2-BCEF-36A65DA7403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천성문만 바라고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25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8A01-AC8B-5BC9-2068-6DCE9C7B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8FFD2-35EE-D196-89E2-75CFCE3314D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천사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너희를 영접하러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 앞에 기다려 서있네</a:t>
            </a:r>
          </a:p>
        </p:txBody>
      </p:sp>
    </p:spTree>
    <p:extLst>
      <p:ext uri="{BB962C8B-B14F-4D97-AF65-F5344CB8AC3E}">
        <p14:creationId xmlns:p14="http://schemas.microsoft.com/office/powerpoint/2010/main" val="1535475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F0E0-BE27-A927-6754-96464C92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6F01F3-E97C-F804-8FA8-F09877228528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앞으로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천성을 향해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천성문만 바라고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나가세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6333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DB2C-8C06-8B70-931F-25B70AC0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510E41-AEFF-0EDF-2379-4A032B571EF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천사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너희를 영접하러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문 앞에 기다려 서있네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후주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82242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