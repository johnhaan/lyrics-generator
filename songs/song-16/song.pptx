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  <p:sldId id="262" r:id="rId6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Relationship Id="rId62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600" b="1" spc="-30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사랑한다 말하시네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아무런 자격도 없는 나를 위해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아무런 소망도 없는 나를 위해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사랑한다, 사랑한다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사랑한다 말하시네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 낮은 날 위해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이제 나는 옛사람 아니요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사망에서 건지신 주의 자녀이니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 한없는 주의 사랑 안에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기쁨으로 걸어가겠네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아무런 자격도 없는 나를 위해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아무런 소망도 없는 나를 위해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사랑한다, 사랑한다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사랑한다 말하시네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 낮은 날 위해 X2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이제 나는 옛사람 아니요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사망에서 건지신 주의 자녀이니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 한없는 주의 사랑 안에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기쁨으로 걸어가겠네 X2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사랑, 나의 어여쁜 자야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일어나 손을 잡고 함께 가자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사랑한다, 사랑한다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사랑한다 말하시네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세상 끝 날까지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이제 나는 옛사람 아니요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사망에서 건지신 주의 자녀이니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 한없는 주의 사랑 안에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srgbClr val="FFFFFF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기쁨으로 걸어가겠네 X2-3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