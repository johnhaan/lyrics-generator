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하나님은 너를 지키시는 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Aa 하나님은 너를 지키시는 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너의 우편에 그늘 되시니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낮의 해와 밤의 달도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너를 해치 못하리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Ab 하나님은 너를 지키시는 자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너의 환란을 면케 하시니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그가 너를 지키시리라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너의 출입을 지키시리라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눈을 들어 산을 보아라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너의 도움 어디서 오나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천지 지으신 너를 만드신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여호와께로다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