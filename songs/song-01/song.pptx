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95" r:id="rId1"/>
  </p:sldMasterIdLst>
  <p:sldIdLst>
    <p:sldId id="256" r:id="rId56"/>
    <p:sldId id="257" r:id="rId57"/>
    <p:sldId id="258" r:id="rId58"/>
    <p:sldId id="259" r:id="rId59"/>
    <p:sldId id="260" r:id="rId60"/>
    <p:sldId id="261" r:id="rId6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213" autoAdjust="0"/>
    <p:restoredTop sz="94660"/>
  </p:normalViewPr>
  <p:slideViewPr>
    <p:cSldViewPr snapToGrid="0">
      <p:cViewPr>
        <p:scale>
          <a:sx n="80" d="100"/>
          <a:sy n="80" d="100"/>
        </p:scale>
        <p:origin x="2176" y="1208"/>
      </p:cViewPr>
      <p:guideLst>
        <p:guide orient="horz" pos="2159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55" Type="http://schemas.openxmlformats.org/officeDocument/2006/relationships/tableStyles" Target="tableStyles.xml"/><Relationship Id="rId53" Type="http://schemas.openxmlformats.org/officeDocument/2006/relationships/viewProps" Target="viewProps.xml"/><Relationship Id="rId52" Type="http://schemas.openxmlformats.org/officeDocument/2006/relationships/presProps" Target="presProps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56" Type="http://schemas.openxmlformats.org/officeDocument/2006/relationships/slide" Target="slides/slide1.xml"/><Relationship Id="rId57" Type="http://schemas.openxmlformats.org/officeDocument/2006/relationships/slide" Target="slides/slide2.xml"/><Relationship Id="rId58" Type="http://schemas.openxmlformats.org/officeDocument/2006/relationships/slide" Target="slides/slide3.xml"/><Relationship Id="rId59" Type="http://schemas.openxmlformats.org/officeDocument/2006/relationships/slide" Target="slides/slide4.xml"/><Relationship Id="rId60" Type="http://schemas.openxmlformats.org/officeDocument/2006/relationships/slide" Target="slides/slide5.xml"/><Relationship Id="rId61" Type="http://schemas.openxmlformats.org/officeDocument/2006/relationships/slide" Target="slides/slide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>
              <a:defRPr/>
            </a:pPr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 preserve="1">
  <p:cSld name="제목 및 내용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1_Office 테마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</p:sldLayoutIdLst>
  <p:transition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C0216-C97F-CA41-4A44-B064C34E2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DE0B783-7754-E43D-AC02-BC5A65248D5A}"/>
              </a:ext>
            </a:extLst>
          </p:cNvPr>
          <p:cNvSpPr txBox="1"/>
          <p:nvPr/>
        </p:nvSpPr>
        <p:spPr>
          <a:xfrm>
            <a:off x="145774" y="1210272"/>
            <a:ext cx="12192000" cy="4437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600" b="1" spc="-30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kumimoji="0" lang="en-US" altLang="ko-KR" sz="96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. </a:t>
            </a:r>
            <a:r>
              <a:rPr kumimoji="0" lang="ko-KR" altLang="en-US" sz="96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함께 지어져 가네</a:t>
            </a:r>
            <a:endParaRPr kumimoji="0" lang="en-US" altLang="ko-KR" sz="9600" b="1" i="0" u="none" strike="noStrike" kern="1200" cap="none" spc="0" normalizeH="0" baseline="0" noProof="0" dirty="0">
              <a:ln w="9525">
                <a:solidFill>
                  <a:prstClr val="black"/>
                </a:solidFill>
              </a:ln>
              <a:solidFill>
                <a:srgbClr val="FFFF00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18486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F132B-9719-37B5-9E6D-61E6509FF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828775-9509-54F5-2F7A-43FB612900C6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2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A1 </a:t>
            </a:r>
            <a:r>
              <a:rPr kumimoji="0" lang="ko-KR" altLang="en-US" sz="72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우리는 하나님의 자녀</a:t>
            </a:r>
            <a:endParaRPr kumimoji="0" lang="en-US" altLang="ko-KR" sz="7200" b="1" i="0" u="none" strike="noStrike" kern="1200" cap="none" spc="-300" normalizeH="0" baseline="0" noProof="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주 사랑 안에 우리 거할 때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주님 나를 사랑하신 것 같이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우리도 서로 사랑 할 수 있네</a:t>
            </a:r>
            <a:endParaRPr lang="en-US" altLang="ko-KR" sz="4800" b="1" spc="-300" dirty="0">
              <a:ln w="9525">
                <a:solidFill>
                  <a:prstClr val="black"/>
                </a:solidFill>
              </a:ln>
              <a:solidFill>
                <a:srgbClr val="FFFF00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259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6ECC5-2B94-A201-3B45-37E23F3F0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CDA897-3707-9B36-85E8-01F1263F8E4D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2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A2 </a:t>
            </a:r>
            <a:r>
              <a:rPr kumimoji="0" lang="ko-KR" altLang="en-US" sz="72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우리는 </a:t>
            </a:r>
            <a:r>
              <a:rPr kumimoji="0" lang="ko-Kore-KR" altLang="en-US" sz="72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주의 몸된 교회</a:t>
            </a:r>
            <a:endParaRPr kumimoji="0" lang="en-US" altLang="ko-Kore-KR" sz="7200" b="1" i="0" u="none" strike="noStrike" kern="1200" cap="none" spc="-300" normalizeH="0" baseline="0" noProof="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ore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모든 지체가 하나 될 때</a:t>
            </a:r>
            <a:endParaRPr lang="en-US" altLang="ko-Kore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ore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예수님의 마음을 닮아가며</a:t>
            </a:r>
            <a:endParaRPr lang="en-US" altLang="ko-Kore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ore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고통과 즐거움 함께 나누네</a:t>
            </a:r>
            <a:endParaRPr lang="en-US" altLang="ko-KR" sz="4800" b="1" spc="-300" dirty="0">
              <a:ln w="9525">
                <a:solidFill>
                  <a:prstClr val="black"/>
                </a:solidFill>
              </a:ln>
              <a:solidFill>
                <a:srgbClr val="FFFF00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745275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E5FB9-91F3-758C-D952-7156187CB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15EE71-B264-D229-AC0D-A60B9EA4950B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2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B</a:t>
            </a: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 하나님 안에서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우리 서로 이어져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주가 거하실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성전이 되네</a:t>
            </a:r>
            <a:endParaRPr lang="en-US" altLang="ko-KR" sz="4800" b="1" spc="-300" dirty="0">
              <a:ln w="9525">
                <a:solidFill>
                  <a:prstClr val="black"/>
                </a:solidFill>
              </a:ln>
              <a:solidFill>
                <a:srgbClr val="FFFF00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89004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9DE0C-EAC6-41DA-5409-382B7F004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A592E4-FB82-5895-AA0C-AEC3DB2C61CE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2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B</a:t>
            </a: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7200" b="1" spc="-300" dirty="0" err="1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모퉁잇돌</a:t>
            </a: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 되신 예수와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하나되게 하신 성령 안에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함께 </a:t>
            </a:r>
            <a:r>
              <a:rPr lang="ko-KR" altLang="en-US" sz="7200" b="1" spc="-300" dirty="0" err="1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지어져가네</a:t>
            </a:r>
            <a:endParaRPr lang="en-US" altLang="ko-KR" sz="4800" b="1" spc="-300" dirty="0">
              <a:ln w="9525">
                <a:solidFill>
                  <a:prstClr val="black"/>
                </a:solidFill>
              </a:ln>
              <a:solidFill>
                <a:srgbClr val="FFFF00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07718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F3105-970F-4DDB-59CA-B6EB108FF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6E02355-A964-A194-3167-3523E075B4EB}"/>
              </a:ext>
            </a:extLst>
          </p:cNvPr>
          <p:cNvSpPr txBox="1"/>
          <p:nvPr/>
        </p:nvSpPr>
        <p:spPr>
          <a:xfrm>
            <a:off x="0" y="635506"/>
            <a:ext cx="12192000" cy="4437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간주</a:t>
            </a:r>
            <a:endParaRPr kumimoji="0" lang="en-US" altLang="ko-KR" sz="15000" b="1" i="0" u="none" strike="noStrike" kern="1200" cap="none" spc="0" normalizeH="0" baseline="0" noProof="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22028BC-7F16-41EC-93AB-EB74FF4D7F72}"/>
              </a:ext>
            </a:extLst>
          </p:cNvPr>
          <p:cNvSpPr/>
          <p:nvPr/>
        </p:nvSpPr>
        <p:spPr>
          <a:xfrm>
            <a:off x="0" y="2956787"/>
            <a:ext cx="12192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altLang="ko-KR" sz="4800" b="1" spc="-30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4800" b="1" spc="-30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이어서 </a:t>
            </a:r>
            <a:r>
              <a:rPr lang="en-US" altLang="ko-KR" sz="4800" b="1" spc="-30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A1 </a:t>
            </a:r>
            <a:r>
              <a:rPr lang="ko-KR" altLang="en-US" sz="4800" b="1" spc="-30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시작</a:t>
            </a:r>
            <a:r>
              <a:rPr lang="en-US" altLang="ko-KR" sz="4800" b="1" spc="-30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58893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PresentationFormat>와이드스크린</PresentationFormat>
  <Slides>0</Slides>
  <Notes>0</Notes>
  <HiddenSlides>0</HiddenSlide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찬양 콘티</dc:title>
  <dc:creator>lyrics-generator</dc:creator>
</cp:coreProperties>
</file>