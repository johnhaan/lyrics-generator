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1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12" y="17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C0216-C97F-CA41-4A44-B064C34E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E0B783-7754-E43D-AC02-BC5A65248D5A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함께 지어져 가네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8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132B-9719-37B5-9E6D-61E6509F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828775-9509-54F5-2F7A-43FB612900C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우리는 하나님의 자녀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사랑 안에 우리 거할 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나를 사랑하신 것 같이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우리도 서로 사랑 할 수 있네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5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6ECC5-2B94-A201-3B45-37E23F3F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CDA897-3707-9B36-85E8-01F1263F8E4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우리는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몸된 교회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지체가 하나 될 때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예수님의 마음을 닮아가며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고통과 즐거움 함께 나누네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452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5FB9-91F3-758C-D952-7156187C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15EE71-B264-D229-AC0D-A60B9EA4950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Ba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하나님 안에서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서로 이어져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주가 거하실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성전이 되네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900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DE0C-EAC6-41DA-5409-382B7F004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592E4-FB82-5895-AA0C-AEC3DB2C61C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모퉁잇돌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되신 예수와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하나되게 하신 성령 안에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함께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지어져가네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77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</Words>
  <Application>Microsoft Macintosh PowerPoint</Application>
  <PresentationFormat>와이드스크린</PresentationFormat>
  <Paragraphs>16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휴먼모음T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  <cp:lastModifiedBy>승진 한</cp:lastModifiedBy>
  <cp:revision>5</cp:revision>
  <dcterms:modified xsi:type="dcterms:W3CDTF">2026-06-21T14:01:50Z</dcterms:modified>
</cp:coreProperties>
</file>