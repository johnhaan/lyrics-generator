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56"/>
    <p:sldId id="257" r:id="rId57"/>
    <p:sldId id="258" r:id="rId58"/>
    <p:sldId id="259" r:id="rId59"/>
    <p:sldId id="260" r:id="rId6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>
        <p:scale>
          <a:sx n="80" d="100"/>
          <a:sy n="80" d="100"/>
        </p:scale>
        <p:origin x="2176" y="120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5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Relationship Id="rId59" Type="http://schemas.openxmlformats.org/officeDocument/2006/relationships/slide" Target="slides/slide4.xml"/><Relationship Id="rId60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 무엇과도 주님을 바꾸지 않으리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 무엇과도 주님을 바꾸지 않으리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다른 어떤 은혜 구하지 않으리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오직 주님만이 내 삶의 도움이시니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주의 얼굴 보기 원합니다 X2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주님 사랑해요 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온 맘과 정성 다해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하나님의 신실한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친구 되기 원합니다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 무엇과도 주님을 바꾸지 않으리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다른 어떤 은혜 구하지 않으리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오직 주님만이 내 삶의 도움이시니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주의 얼굴 보기 원합니다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주님 사랑해요 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온 맘과 정성 다해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하나님의 신실한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친구 되기 원합니다 X2-3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와이드스크린</PresentationFormat>
  <Slides>0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</cp:coreProperties>
</file>