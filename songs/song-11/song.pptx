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61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12" y="17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2026. 8. 2.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무엇과도 주님을 바꾸지 않으리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무엇과도 주님을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바꾸지 않으리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다른 어떤 은혜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구하지 않으리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오직 주님만이 내 삶의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도움이시니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얼굴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보기 원합니다</a:t>
            </a:r>
          </a:p>
        </p:txBody>
      </p:sp>
    </p:spTree>
    <p:extLst>
      <p:ext uri="{BB962C8B-B14F-4D97-AF65-F5344CB8AC3E}">
        <p14:creationId xmlns:p14="http://schemas.microsoft.com/office/powerpoint/2010/main" val="2059709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사랑해요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온 맘과 정성 다해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신실한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친구 되기 원합니다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Macintosh PowerPoint</Application>
  <PresentationFormat>와이드스크린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휴먼모음T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  <cp:lastModifiedBy>승진 한</cp:lastModifiedBy>
  <cp:revision>1</cp:revision>
  <dcterms:modified xsi:type="dcterms:W3CDTF">2026-08-01T16:02:40Z</dcterms:modified>
</cp:coreProperties>
</file>